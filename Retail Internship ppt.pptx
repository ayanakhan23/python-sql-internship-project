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5" r:id="rId6"/>
    <p:sldId id="266" r:id="rId7"/>
    <p:sldId id="267" r:id="rId8"/>
    <p:sldId id="268" r:id="rId9"/>
    <p:sldId id="269" r:id="rId10"/>
    <p:sldId id="270" r:id="rId11"/>
    <p:sldId id="272" r:id="rId12"/>
    <p:sldId id="273" r:id="rId13"/>
    <p:sldId id="271" r:id="rId14"/>
    <p:sldId id="274" r:id="rId15"/>
    <p:sldId id="275" r:id="rId16"/>
    <p:sldId id="276" r:id="rId17"/>
    <p:sldId id="277" r:id="rId18"/>
    <p:sldId id="278" r:id="rId19"/>
    <p:sldId id="261" r:id="rId20"/>
    <p:sldId id="262" r:id="rId21"/>
    <p:sldId id="263" r:id="rId22"/>
    <p:sldId id="264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285"/>
    <a:srgbClr val="FFE9A3"/>
    <a:srgbClr val="FFE48F"/>
    <a:srgbClr val="CDA5E5"/>
    <a:srgbClr val="FFEEB9"/>
    <a:srgbClr val="C2E5FA"/>
    <a:srgbClr val="C6E6A2"/>
    <a:srgbClr val="FFD8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ana Khan" userId="cd3c3ec398e65c73" providerId="LiveId" clId="{F5A9C14C-1783-4D12-B615-A0E69BD5B03A}"/>
    <pc:docChg chg="undo custSel addSld delSld modSld">
      <pc:chgData name="Ayana Khan" userId="cd3c3ec398e65c73" providerId="LiveId" clId="{F5A9C14C-1783-4D12-B615-A0E69BD5B03A}" dt="2025-11-17T10:04:55.488" v="711" actId="122"/>
      <pc:docMkLst>
        <pc:docMk/>
      </pc:docMkLst>
      <pc:sldChg chg="addSp delSp modSp mod">
        <pc:chgData name="Ayana Khan" userId="cd3c3ec398e65c73" providerId="LiveId" clId="{F5A9C14C-1783-4D12-B615-A0E69BD5B03A}" dt="2025-11-17T10:04:55.488" v="711" actId="122"/>
        <pc:sldMkLst>
          <pc:docMk/>
          <pc:sldMk cId="2876089424" sldId="257"/>
        </pc:sldMkLst>
        <pc:spChg chg="mod">
          <ac:chgData name="Ayana Khan" userId="cd3c3ec398e65c73" providerId="LiveId" clId="{F5A9C14C-1783-4D12-B615-A0E69BD5B03A}" dt="2025-11-17T10:04:51.236" v="710" actId="122"/>
          <ac:spMkLst>
            <pc:docMk/>
            <pc:sldMk cId="2876089424" sldId="257"/>
            <ac:spMk id="5" creationId="{A7E34DAD-3DC7-9D20-8375-6E6E88900943}"/>
          </ac:spMkLst>
        </pc:spChg>
        <pc:spChg chg="add del mod">
          <ac:chgData name="Ayana Khan" userId="cd3c3ec398e65c73" providerId="LiveId" clId="{F5A9C14C-1783-4D12-B615-A0E69BD5B03A}" dt="2025-11-17T10:04:55.488" v="711" actId="122"/>
          <ac:spMkLst>
            <pc:docMk/>
            <pc:sldMk cId="2876089424" sldId="257"/>
            <ac:spMk id="15" creationId="{703489B9-DB51-037D-42DF-34DA6801993E}"/>
          </ac:spMkLst>
        </pc:spChg>
        <pc:picChg chg="del">
          <ac:chgData name="Ayana Khan" userId="cd3c3ec398e65c73" providerId="LiveId" clId="{F5A9C14C-1783-4D12-B615-A0E69BD5B03A}" dt="2025-11-17T10:04:05.059" v="700" actId="21"/>
          <ac:picMkLst>
            <pc:docMk/>
            <pc:sldMk cId="2876089424" sldId="257"/>
            <ac:picMk id="12" creationId="{C1186460-E8AD-50D7-7DF3-B1911EBAFFFF}"/>
          </ac:picMkLst>
        </pc:picChg>
        <pc:picChg chg="del">
          <ac:chgData name="Ayana Khan" userId="cd3c3ec398e65c73" providerId="LiveId" clId="{F5A9C14C-1783-4D12-B615-A0E69BD5B03A}" dt="2025-11-17T10:04:32.700" v="707" actId="21"/>
          <ac:picMkLst>
            <pc:docMk/>
            <pc:sldMk cId="2876089424" sldId="257"/>
            <ac:picMk id="17" creationId="{4D49B2BF-71AD-DC02-45D7-A73EE3B77DEC}"/>
          </ac:picMkLst>
        </pc:picChg>
        <pc:picChg chg="add del">
          <ac:chgData name="Ayana Khan" userId="cd3c3ec398e65c73" providerId="LiveId" clId="{F5A9C14C-1783-4D12-B615-A0E69BD5B03A}" dt="2025-11-17T10:04:39.149" v="708" actId="21"/>
          <ac:picMkLst>
            <pc:docMk/>
            <pc:sldMk cId="2876089424" sldId="257"/>
            <ac:picMk id="19" creationId="{BC5C9FA6-5309-83BB-1667-04C4DEF84B8E}"/>
          </ac:picMkLst>
        </pc:picChg>
        <pc:picChg chg="add del">
          <ac:chgData name="Ayana Khan" userId="cd3c3ec398e65c73" providerId="LiveId" clId="{F5A9C14C-1783-4D12-B615-A0E69BD5B03A}" dt="2025-11-17T10:04:42.778" v="709" actId="21"/>
          <ac:picMkLst>
            <pc:docMk/>
            <pc:sldMk cId="2876089424" sldId="257"/>
            <ac:picMk id="21" creationId="{48E759D4-8C84-FE57-85FC-5578AEE22C27}"/>
          </ac:picMkLst>
        </pc:picChg>
      </pc:sldChg>
      <pc:sldChg chg="delSp mod">
        <pc:chgData name="Ayana Khan" userId="cd3c3ec398e65c73" providerId="LiveId" clId="{F5A9C14C-1783-4D12-B615-A0E69BD5B03A}" dt="2025-11-17T10:01:13.750" v="686" actId="21"/>
        <pc:sldMkLst>
          <pc:docMk/>
          <pc:sldMk cId="3291740611" sldId="258"/>
        </pc:sldMkLst>
        <pc:picChg chg="del">
          <ac:chgData name="Ayana Khan" userId="cd3c3ec398e65c73" providerId="LiveId" clId="{F5A9C14C-1783-4D12-B615-A0E69BD5B03A}" dt="2025-11-17T10:00:45.701" v="681" actId="21"/>
          <ac:picMkLst>
            <pc:docMk/>
            <pc:sldMk cId="3291740611" sldId="258"/>
            <ac:picMk id="6" creationId="{96357F17-EBB8-4F8F-72C6-546C4B8CDC59}"/>
          </ac:picMkLst>
        </pc:picChg>
        <pc:picChg chg="del">
          <ac:chgData name="Ayana Khan" userId="cd3c3ec398e65c73" providerId="LiveId" clId="{F5A9C14C-1783-4D12-B615-A0E69BD5B03A}" dt="2025-11-17T10:00:49.201" v="682" actId="21"/>
          <ac:picMkLst>
            <pc:docMk/>
            <pc:sldMk cId="3291740611" sldId="258"/>
            <ac:picMk id="8" creationId="{E7048E89-017B-3EED-3A79-3E6BDBAF7CA5}"/>
          </ac:picMkLst>
        </pc:picChg>
        <pc:picChg chg="del">
          <ac:chgData name="Ayana Khan" userId="cd3c3ec398e65c73" providerId="LiveId" clId="{F5A9C14C-1783-4D12-B615-A0E69BD5B03A}" dt="2025-11-17T10:01:00.580" v="683" actId="21"/>
          <ac:picMkLst>
            <pc:docMk/>
            <pc:sldMk cId="3291740611" sldId="258"/>
            <ac:picMk id="10" creationId="{32981EE5-305F-7288-FA43-93903B8059EC}"/>
          </ac:picMkLst>
        </pc:picChg>
        <pc:picChg chg="del">
          <ac:chgData name="Ayana Khan" userId="cd3c3ec398e65c73" providerId="LiveId" clId="{F5A9C14C-1783-4D12-B615-A0E69BD5B03A}" dt="2025-11-17T10:01:09.588" v="685" actId="21"/>
          <ac:picMkLst>
            <pc:docMk/>
            <pc:sldMk cId="3291740611" sldId="258"/>
            <ac:picMk id="12" creationId="{115366A3-445C-E511-0E20-CF408492C9F0}"/>
          </ac:picMkLst>
        </pc:picChg>
        <pc:picChg chg="del">
          <ac:chgData name="Ayana Khan" userId="cd3c3ec398e65c73" providerId="LiveId" clId="{F5A9C14C-1783-4D12-B615-A0E69BD5B03A}" dt="2025-11-17T10:01:13.750" v="686" actId="21"/>
          <ac:picMkLst>
            <pc:docMk/>
            <pc:sldMk cId="3291740611" sldId="258"/>
            <ac:picMk id="14" creationId="{5A95D88F-505B-88FB-D3C9-0D7F9DA7D3C7}"/>
          </ac:picMkLst>
        </pc:picChg>
        <pc:picChg chg="del">
          <ac:chgData name="Ayana Khan" userId="cd3c3ec398e65c73" providerId="LiveId" clId="{F5A9C14C-1783-4D12-B615-A0E69BD5B03A}" dt="2025-11-17T10:01:05.121" v="684" actId="21"/>
          <ac:picMkLst>
            <pc:docMk/>
            <pc:sldMk cId="3291740611" sldId="258"/>
            <ac:picMk id="16" creationId="{EBB0995E-7244-35BF-E8AE-65D13BB49CF5}"/>
          </ac:picMkLst>
        </pc:picChg>
      </pc:sldChg>
      <pc:sldChg chg="addSp delSp modSp mod modClrScheme chgLayout">
        <pc:chgData name="Ayana Khan" userId="cd3c3ec398e65c73" providerId="LiveId" clId="{F5A9C14C-1783-4D12-B615-A0E69BD5B03A}" dt="2025-11-17T10:01:40.360" v="688" actId="21"/>
        <pc:sldMkLst>
          <pc:docMk/>
          <pc:sldMk cId="987507178" sldId="259"/>
        </pc:sldMkLst>
        <pc:spChg chg="add mod ord">
          <ac:chgData name="Ayana Khan" userId="cd3c3ec398e65c73" providerId="LiveId" clId="{F5A9C14C-1783-4D12-B615-A0E69BD5B03A}" dt="2025-11-13T08:22:26.120" v="22" actId="20577"/>
          <ac:spMkLst>
            <pc:docMk/>
            <pc:sldMk cId="987507178" sldId="259"/>
            <ac:spMk id="3" creationId="{BBE96B8E-1B38-0A58-DF41-82C4AE311C3A}"/>
          </ac:spMkLst>
        </pc:spChg>
        <pc:spChg chg="add mod ord">
          <ac:chgData name="Ayana Khan" userId="cd3c3ec398e65c73" providerId="LiveId" clId="{F5A9C14C-1783-4D12-B615-A0E69BD5B03A}" dt="2025-11-17T10:01:28.400" v="687" actId="21"/>
          <ac:spMkLst>
            <pc:docMk/>
            <pc:sldMk cId="987507178" sldId="259"/>
            <ac:spMk id="6" creationId="{492CB9FB-03D8-1EA0-0B25-FBCC8794B1F3}"/>
          </ac:spMkLst>
        </pc:spChg>
        <pc:spChg chg="add mod ord">
          <ac:chgData name="Ayana Khan" userId="cd3c3ec398e65c73" providerId="LiveId" clId="{F5A9C14C-1783-4D12-B615-A0E69BD5B03A}" dt="2025-11-17T10:01:40.360" v="688" actId="21"/>
          <ac:spMkLst>
            <pc:docMk/>
            <pc:sldMk cId="987507178" sldId="259"/>
            <ac:spMk id="7" creationId="{64E9DDA7-28B9-2CDC-7C94-21CA7026F3E1}"/>
          </ac:spMkLst>
        </pc:spChg>
        <pc:picChg chg="add mod">
          <ac:chgData name="Ayana Khan" userId="cd3c3ec398e65c73" providerId="LiveId" clId="{F5A9C14C-1783-4D12-B615-A0E69BD5B03A}" dt="2025-11-17T05:20:03.642" v="650" actId="962"/>
          <ac:picMkLst>
            <pc:docMk/>
            <pc:sldMk cId="987507178" sldId="259"/>
            <ac:picMk id="11" creationId="{333B8BEA-9219-FE9E-4C18-2327BE49BBE1}"/>
          </ac:picMkLst>
        </pc:picChg>
        <pc:picChg chg="add mod">
          <ac:chgData name="Ayana Khan" userId="cd3c3ec398e65c73" providerId="LiveId" clId="{F5A9C14C-1783-4D12-B615-A0E69BD5B03A}" dt="2025-11-17T05:19:59.211" v="648" actId="962"/>
          <ac:picMkLst>
            <pc:docMk/>
            <pc:sldMk cId="987507178" sldId="259"/>
            <ac:picMk id="13" creationId="{184BDE80-B2D8-F14E-AE61-D18EA12AB5FA}"/>
          </ac:picMkLst>
        </pc:picChg>
      </pc:sldChg>
      <pc:sldChg chg="addSp delSp modSp mod">
        <pc:chgData name="Ayana Khan" userId="cd3c3ec398e65c73" providerId="LiveId" clId="{F5A9C14C-1783-4D12-B615-A0E69BD5B03A}" dt="2025-11-17T10:02:43.030" v="694" actId="21"/>
        <pc:sldMkLst>
          <pc:docMk/>
          <pc:sldMk cId="1665291336" sldId="261"/>
        </pc:sldMkLst>
        <pc:spChg chg="add del">
          <ac:chgData name="Ayana Khan" userId="cd3c3ec398e65c73" providerId="LiveId" clId="{F5A9C14C-1783-4D12-B615-A0E69BD5B03A}" dt="2025-11-17T10:02:13.242" v="691" actId="21"/>
          <ac:spMkLst>
            <pc:docMk/>
            <pc:sldMk cId="1665291336" sldId="261"/>
            <ac:spMk id="3" creationId="{DB859AAD-6652-3868-F72E-C5B1DF82131B}"/>
          </ac:spMkLst>
        </pc:spChg>
        <pc:spChg chg="add del mod">
          <ac:chgData name="Ayana Khan" userId="cd3c3ec398e65c73" providerId="LiveId" clId="{F5A9C14C-1783-4D12-B615-A0E69BD5B03A}" dt="2025-11-17T10:02:13.242" v="691" actId="21"/>
          <ac:spMkLst>
            <pc:docMk/>
            <pc:sldMk cId="1665291336" sldId="261"/>
            <ac:spMk id="6" creationId="{F3C35423-BAB3-5066-C648-AF3749AA6826}"/>
          </ac:spMkLst>
        </pc:spChg>
        <pc:picChg chg="del">
          <ac:chgData name="Ayana Khan" userId="cd3c3ec398e65c73" providerId="LiveId" clId="{F5A9C14C-1783-4D12-B615-A0E69BD5B03A}" dt="2025-11-17T10:01:58.740" v="689" actId="21"/>
          <ac:picMkLst>
            <pc:docMk/>
            <pc:sldMk cId="1665291336" sldId="261"/>
            <ac:picMk id="5" creationId="{C1981111-1924-AC97-94C2-FA4CB055F6DE}"/>
          </ac:picMkLst>
        </pc:picChg>
        <pc:picChg chg="add del">
          <ac:chgData name="Ayana Khan" userId="cd3c3ec398e65c73" providerId="LiveId" clId="{F5A9C14C-1783-4D12-B615-A0E69BD5B03A}" dt="2025-11-17T10:02:22.628" v="692" actId="21"/>
          <ac:picMkLst>
            <pc:docMk/>
            <pc:sldMk cId="1665291336" sldId="261"/>
            <ac:picMk id="7" creationId="{E429196E-2CAE-CF18-F10A-9C330A02D5BB}"/>
          </ac:picMkLst>
        </pc:picChg>
        <pc:picChg chg="add del">
          <ac:chgData name="Ayana Khan" userId="cd3c3ec398e65c73" providerId="LiveId" clId="{F5A9C14C-1783-4D12-B615-A0E69BD5B03A}" dt="2025-11-17T10:02:22.628" v="692" actId="21"/>
          <ac:picMkLst>
            <pc:docMk/>
            <pc:sldMk cId="1665291336" sldId="261"/>
            <ac:picMk id="9" creationId="{23BBF0E3-8C89-1FBA-4908-CB25054AF86D}"/>
          </ac:picMkLst>
        </pc:picChg>
        <pc:picChg chg="del">
          <ac:chgData name="Ayana Khan" userId="cd3c3ec398e65c73" providerId="LiveId" clId="{F5A9C14C-1783-4D12-B615-A0E69BD5B03A}" dt="2025-11-17T10:01:58.740" v="689" actId="21"/>
          <ac:picMkLst>
            <pc:docMk/>
            <pc:sldMk cId="1665291336" sldId="261"/>
            <ac:picMk id="11" creationId="{DF71C6D2-C62C-487E-0145-F3D9794B6510}"/>
          </ac:picMkLst>
        </pc:picChg>
        <pc:picChg chg="del">
          <ac:chgData name="Ayana Khan" userId="cd3c3ec398e65c73" providerId="LiveId" clId="{F5A9C14C-1783-4D12-B615-A0E69BD5B03A}" dt="2025-11-17T10:02:38.234" v="693" actId="21"/>
          <ac:picMkLst>
            <pc:docMk/>
            <pc:sldMk cId="1665291336" sldId="261"/>
            <ac:picMk id="13" creationId="{CD140650-8897-F98C-8087-FA00052491B2}"/>
          </ac:picMkLst>
        </pc:picChg>
        <pc:picChg chg="del">
          <ac:chgData name="Ayana Khan" userId="cd3c3ec398e65c73" providerId="LiveId" clId="{F5A9C14C-1783-4D12-B615-A0E69BD5B03A}" dt="2025-11-17T10:02:38.234" v="693" actId="21"/>
          <ac:picMkLst>
            <pc:docMk/>
            <pc:sldMk cId="1665291336" sldId="261"/>
            <ac:picMk id="15" creationId="{6C53734A-8490-DBB8-D7B9-FA8E19760089}"/>
          </ac:picMkLst>
        </pc:picChg>
        <pc:picChg chg="del">
          <ac:chgData name="Ayana Khan" userId="cd3c3ec398e65c73" providerId="LiveId" clId="{F5A9C14C-1783-4D12-B615-A0E69BD5B03A}" dt="2025-11-17T10:02:43.030" v="694" actId="21"/>
          <ac:picMkLst>
            <pc:docMk/>
            <pc:sldMk cId="1665291336" sldId="261"/>
            <ac:picMk id="17" creationId="{4F9720EE-3910-051E-6A06-DB8A0B315464}"/>
          </ac:picMkLst>
        </pc:picChg>
      </pc:sldChg>
      <pc:sldChg chg="modSp mod">
        <pc:chgData name="Ayana Khan" userId="cd3c3ec398e65c73" providerId="LiveId" clId="{F5A9C14C-1783-4D12-B615-A0E69BD5B03A}" dt="2025-11-17T10:03:18.764" v="699" actId="21"/>
        <pc:sldMkLst>
          <pc:docMk/>
          <pc:sldMk cId="3623009233" sldId="263"/>
        </pc:sldMkLst>
        <pc:spChg chg="mod">
          <ac:chgData name="Ayana Khan" userId="cd3c3ec398e65c73" providerId="LiveId" clId="{F5A9C14C-1783-4D12-B615-A0E69BD5B03A}" dt="2025-11-17T10:03:18.764" v="699" actId="21"/>
          <ac:spMkLst>
            <pc:docMk/>
            <pc:sldMk cId="3623009233" sldId="263"/>
            <ac:spMk id="3" creationId="{01D7C351-ABF7-6469-0B07-A3AE6AAE712B}"/>
          </ac:spMkLst>
        </pc:spChg>
      </pc:sldChg>
      <pc:sldChg chg="addSp delSp modSp add mod modClrScheme chgLayout">
        <pc:chgData name="Ayana Khan" userId="cd3c3ec398e65c73" providerId="LiveId" clId="{F5A9C14C-1783-4D12-B615-A0E69BD5B03A}" dt="2025-11-17T05:19:48.316" v="646" actId="962"/>
        <pc:sldMkLst>
          <pc:docMk/>
          <pc:sldMk cId="2363691590" sldId="265"/>
        </pc:sldMkLst>
        <pc:spChg chg="add mod ord">
          <ac:chgData name="Ayana Khan" userId="cd3c3ec398e65c73" providerId="LiveId" clId="{F5A9C14C-1783-4D12-B615-A0E69BD5B03A}" dt="2025-11-17T05:18:38.500" v="632" actId="20577"/>
          <ac:spMkLst>
            <pc:docMk/>
            <pc:sldMk cId="2363691590" sldId="265"/>
            <ac:spMk id="3" creationId="{D3DBF24B-7741-590D-DEBB-CF96C620C22D}"/>
          </ac:spMkLst>
        </pc:spChg>
        <pc:picChg chg="add mod">
          <ac:chgData name="Ayana Khan" userId="cd3c3ec398e65c73" providerId="LiveId" clId="{F5A9C14C-1783-4D12-B615-A0E69BD5B03A}" dt="2025-11-14T10:22:32.251" v="236" actId="962"/>
          <ac:picMkLst>
            <pc:docMk/>
            <pc:sldMk cId="2363691590" sldId="265"/>
            <ac:picMk id="8" creationId="{9DFB5E9B-80ED-A8DA-5B3F-804F1496EE4B}"/>
          </ac:picMkLst>
        </pc:picChg>
        <pc:picChg chg="add mod">
          <ac:chgData name="Ayana Khan" userId="cd3c3ec398e65c73" providerId="LiveId" clId="{F5A9C14C-1783-4D12-B615-A0E69BD5B03A}" dt="2025-11-17T05:19:48.316" v="646" actId="962"/>
          <ac:picMkLst>
            <pc:docMk/>
            <pc:sldMk cId="2363691590" sldId="265"/>
            <ac:picMk id="14" creationId="{8402E92A-C778-C575-7CBA-75948879FEC4}"/>
          </ac:picMkLst>
        </pc:picChg>
      </pc:sldChg>
      <pc:sldChg chg="addSp delSp modSp add mod modClrScheme chgLayout">
        <pc:chgData name="Ayana Khan" userId="cd3c3ec398e65c73" providerId="LiveId" clId="{F5A9C14C-1783-4D12-B615-A0E69BD5B03A}" dt="2025-11-17T09:48:42.248" v="660" actId="962"/>
        <pc:sldMkLst>
          <pc:docMk/>
          <pc:sldMk cId="1833038654" sldId="266"/>
        </pc:sldMkLst>
        <pc:spChg chg="add mod ord">
          <ac:chgData name="Ayana Khan" userId="cd3c3ec398e65c73" providerId="LiveId" clId="{F5A9C14C-1783-4D12-B615-A0E69BD5B03A}" dt="2025-11-13T10:02:08.739" v="86" actId="14100"/>
          <ac:spMkLst>
            <pc:docMk/>
            <pc:sldMk cId="1833038654" sldId="266"/>
            <ac:spMk id="3" creationId="{1F654CF4-39DD-2D27-E2F4-51DACFD4CB8F}"/>
          </ac:spMkLst>
        </pc:spChg>
        <pc:spChg chg="add del mod">
          <ac:chgData name="Ayana Khan" userId="cd3c3ec398e65c73" providerId="LiveId" clId="{F5A9C14C-1783-4D12-B615-A0E69BD5B03A}" dt="2025-11-17T09:48:26.643" v="652" actId="931"/>
          <ac:spMkLst>
            <pc:docMk/>
            <pc:sldMk cId="1833038654" sldId="266"/>
            <ac:spMk id="5" creationId="{9F8834BD-89B9-0690-439A-2DA8616615DF}"/>
          </ac:spMkLst>
        </pc:spChg>
        <pc:picChg chg="add del mod">
          <ac:chgData name="Ayana Khan" userId="cd3c3ec398e65c73" providerId="LiveId" clId="{F5A9C14C-1783-4D12-B615-A0E69BD5B03A}" dt="2025-11-17T09:48:12.538" v="651" actId="21"/>
          <ac:picMkLst>
            <pc:docMk/>
            <pc:sldMk cId="1833038654" sldId="266"/>
            <ac:picMk id="4" creationId="{2F818747-F657-F4D1-B68F-EF8021F29917}"/>
          </ac:picMkLst>
        </pc:picChg>
        <pc:picChg chg="add mod">
          <ac:chgData name="Ayana Khan" userId="cd3c3ec398e65c73" providerId="LiveId" clId="{F5A9C14C-1783-4D12-B615-A0E69BD5B03A}" dt="2025-11-17T09:48:42.248" v="660" actId="962"/>
          <ac:picMkLst>
            <pc:docMk/>
            <pc:sldMk cId="1833038654" sldId="266"/>
            <ac:picMk id="7" creationId="{23B5118E-9713-43BB-3232-D14956DB78F1}"/>
          </ac:picMkLst>
        </pc:picChg>
        <pc:picChg chg="add mod">
          <ac:chgData name="Ayana Khan" userId="cd3c3ec398e65c73" providerId="LiveId" clId="{F5A9C14C-1783-4D12-B615-A0E69BD5B03A}" dt="2025-11-14T10:22:16.187" v="233" actId="962"/>
          <ac:picMkLst>
            <pc:docMk/>
            <pc:sldMk cId="1833038654" sldId="266"/>
            <ac:picMk id="8" creationId="{4699CC9F-1BCA-CD05-62E1-817C6466FB0E}"/>
          </ac:picMkLst>
        </pc:picChg>
      </pc:sldChg>
      <pc:sldChg chg="addSp delSp modSp add mod modClrScheme chgLayout">
        <pc:chgData name="Ayana Khan" userId="cd3c3ec398e65c73" providerId="LiveId" clId="{F5A9C14C-1783-4D12-B615-A0E69BD5B03A}" dt="2025-11-14T10:40:07.498" v="276" actId="962"/>
        <pc:sldMkLst>
          <pc:docMk/>
          <pc:sldMk cId="4222127411" sldId="267"/>
        </pc:sldMkLst>
        <pc:spChg chg="add mod ord">
          <ac:chgData name="Ayana Khan" userId="cd3c3ec398e65c73" providerId="LiveId" clId="{F5A9C14C-1783-4D12-B615-A0E69BD5B03A}" dt="2025-11-13T11:12:24.630" v="95" actId="27636"/>
          <ac:spMkLst>
            <pc:docMk/>
            <pc:sldMk cId="4222127411" sldId="267"/>
            <ac:spMk id="3" creationId="{0BC5DE36-40C2-F817-FEB4-6D9653A5CD47}"/>
          </ac:spMkLst>
        </pc:spChg>
        <pc:picChg chg="add mod">
          <ac:chgData name="Ayana Khan" userId="cd3c3ec398e65c73" providerId="LiveId" clId="{F5A9C14C-1783-4D12-B615-A0E69BD5B03A}" dt="2025-11-14T10:39:56.046" v="273" actId="14100"/>
          <ac:picMkLst>
            <pc:docMk/>
            <pc:sldMk cId="4222127411" sldId="267"/>
            <ac:picMk id="16" creationId="{CB3464D4-965E-A400-2B94-FB119B921084}"/>
          </ac:picMkLst>
        </pc:picChg>
        <pc:picChg chg="add mod">
          <ac:chgData name="Ayana Khan" userId="cd3c3ec398e65c73" providerId="LiveId" clId="{F5A9C14C-1783-4D12-B615-A0E69BD5B03A}" dt="2025-11-14T10:40:07.498" v="276" actId="962"/>
          <ac:picMkLst>
            <pc:docMk/>
            <pc:sldMk cId="4222127411" sldId="267"/>
            <ac:picMk id="28" creationId="{EAD860F3-F2D5-7E28-612B-D324C34D4544}"/>
          </ac:picMkLst>
        </pc:picChg>
      </pc:sldChg>
      <pc:sldChg chg="addSp delSp modSp add mod modClrScheme chgLayout">
        <pc:chgData name="Ayana Khan" userId="cd3c3ec398e65c73" providerId="LiveId" clId="{F5A9C14C-1783-4D12-B615-A0E69BD5B03A}" dt="2025-11-14T10:45:38.278" v="296" actId="962"/>
        <pc:sldMkLst>
          <pc:docMk/>
          <pc:sldMk cId="3743584016" sldId="268"/>
        </pc:sldMkLst>
        <pc:spChg chg="add mod ord">
          <ac:chgData name="Ayana Khan" userId="cd3c3ec398e65c73" providerId="LiveId" clId="{F5A9C14C-1783-4D12-B615-A0E69BD5B03A}" dt="2025-11-13T11:13:17.505" v="105" actId="1076"/>
          <ac:spMkLst>
            <pc:docMk/>
            <pc:sldMk cId="3743584016" sldId="268"/>
            <ac:spMk id="3" creationId="{3504B8C1-6031-452C-88A1-A02249F102B8}"/>
          </ac:spMkLst>
        </pc:spChg>
        <pc:picChg chg="add mod">
          <ac:chgData name="Ayana Khan" userId="cd3c3ec398e65c73" providerId="LiveId" clId="{F5A9C14C-1783-4D12-B615-A0E69BD5B03A}" dt="2025-11-14T10:45:33.661" v="293" actId="962"/>
          <ac:picMkLst>
            <pc:docMk/>
            <pc:sldMk cId="3743584016" sldId="268"/>
            <ac:picMk id="4" creationId="{8940851A-67F9-5BE6-A9B5-58481DD38640}"/>
          </ac:picMkLst>
        </pc:picChg>
        <pc:picChg chg="add mod">
          <ac:chgData name="Ayana Khan" userId="cd3c3ec398e65c73" providerId="LiveId" clId="{F5A9C14C-1783-4D12-B615-A0E69BD5B03A}" dt="2025-11-14T10:45:38.278" v="296" actId="962"/>
          <ac:picMkLst>
            <pc:docMk/>
            <pc:sldMk cId="3743584016" sldId="268"/>
            <ac:picMk id="8" creationId="{EAC596AB-9615-671C-0B5A-81741E1C57B5}"/>
          </ac:picMkLst>
        </pc:picChg>
      </pc:sldChg>
      <pc:sldChg chg="addSp delSp modSp add mod">
        <pc:chgData name="Ayana Khan" userId="cd3c3ec398e65c73" providerId="LiveId" clId="{F5A9C14C-1783-4D12-B615-A0E69BD5B03A}" dt="2025-11-14T11:07:32.490" v="335" actId="962"/>
        <pc:sldMkLst>
          <pc:docMk/>
          <pc:sldMk cId="344285703" sldId="269"/>
        </pc:sldMkLst>
        <pc:spChg chg="mod">
          <ac:chgData name="Ayana Khan" userId="cd3c3ec398e65c73" providerId="LiveId" clId="{F5A9C14C-1783-4D12-B615-A0E69BD5B03A}" dt="2025-11-13T11:14:38.392" v="114" actId="27636"/>
          <ac:spMkLst>
            <pc:docMk/>
            <pc:sldMk cId="344285703" sldId="269"/>
            <ac:spMk id="3" creationId="{59B5C787-05CD-8FAD-0D1A-ADF711A7BA97}"/>
          </ac:spMkLst>
        </pc:spChg>
        <pc:picChg chg="add mod">
          <ac:chgData name="Ayana Khan" userId="cd3c3ec398e65c73" providerId="LiveId" clId="{F5A9C14C-1783-4D12-B615-A0E69BD5B03A}" dt="2025-11-14T11:07:32.490" v="335" actId="962"/>
          <ac:picMkLst>
            <pc:docMk/>
            <pc:sldMk cId="344285703" sldId="269"/>
            <ac:picMk id="14" creationId="{DAA7D2C2-54A5-2BAF-FEDD-03BC7AF836B4}"/>
          </ac:picMkLst>
        </pc:picChg>
        <pc:picChg chg="add mod">
          <ac:chgData name="Ayana Khan" userId="cd3c3ec398e65c73" providerId="LiveId" clId="{F5A9C14C-1783-4D12-B615-A0E69BD5B03A}" dt="2025-11-14T11:07:12.521" v="326" actId="14100"/>
          <ac:picMkLst>
            <pc:docMk/>
            <pc:sldMk cId="344285703" sldId="269"/>
            <ac:picMk id="16" creationId="{A62A0AAE-CC7E-4976-8241-98B2393518EC}"/>
          </ac:picMkLst>
        </pc:picChg>
      </pc:sldChg>
      <pc:sldChg chg="addSp delSp modSp add mod">
        <pc:chgData name="Ayana Khan" userId="cd3c3ec398e65c73" providerId="LiveId" clId="{F5A9C14C-1783-4D12-B615-A0E69BD5B03A}" dt="2025-11-14T11:23:12.609" v="370" actId="14100"/>
        <pc:sldMkLst>
          <pc:docMk/>
          <pc:sldMk cId="692929809" sldId="270"/>
        </pc:sldMkLst>
        <pc:spChg chg="mod">
          <ac:chgData name="Ayana Khan" userId="cd3c3ec398e65c73" providerId="LiveId" clId="{F5A9C14C-1783-4D12-B615-A0E69BD5B03A}" dt="2025-11-13T11:17:27.702" v="133" actId="2711"/>
          <ac:spMkLst>
            <pc:docMk/>
            <pc:sldMk cId="692929809" sldId="270"/>
            <ac:spMk id="3" creationId="{F7AD1119-94A0-B849-6C49-E3B92F8AB0C3}"/>
          </ac:spMkLst>
        </pc:spChg>
        <pc:picChg chg="add mod">
          <ac:chgData name="Ayana Khan" userId="cd3c3ec398e65c73" providerId="LiveId" clId="{F5A9C14C-1783-4D12-B615-A0E69BD5B03A}" dt="2025-11-14T11:23:12.609" v="370" actId="14100"/>
          <ac:picMkLst>
            <pc:docMk/>
            <pc:sldMk cId="692929809" sldId="270"/>
            <ac:picMk id="4" creationId="{E28D5C5A-C3F1-9758-387F-79A42BE7033D}"/>
          </ac:picMkLst>
        </pc:picChg>
        <pc:picChg chg="add mod">
          <ac:chgData name="Ayana Khan" userId="cd3c3ec398e65c73" providerId="LiveId" clId="{F5A9C14C-1783-4D12-B615-A0E69BD5B03A}" dt="2025-11-14T11:23:03.191" v="369" actId="14100"/>
          <ac:picMkLst>
            <pc:docMk/>
            <pc:sldMk cId="692929809" sldId="270"/>
            <ac:picMk id="16" creationId="{F4CBCA5C-C198-327F-12FA-8987F46E0BD4}"/>
          </ac:picMkLst>
        </pc:picChg>
      </pc:sldChg>
      <pc:sldChg chg="addSp delSp modSp add mod">
        <pc:chgData name="Ayana Khan" userId="cd3c3ec398e65c73" providerId="LiveId" clId="{F5A9C14C-1783-4D12-B615-A0E69BD5B03A}" dt="2025-11-17T10:00:24.866" v="680" actId="962"/>
        <pc:sldMkLst>
          <pc:docMk/>
          <pc:sldMk cId="1078185030" sldId="271"/>
        </pc:sldMkLst>
        <pc:spChg chg="mod">
          <ac:chgData name="Ayana Khan" userId="cd3c3ec398e65c73" providerId="LiveId" clId="{F5A9C14C-1783-4D12-B615-A0E69BD5B03A}" dt="2025-11-13T11:15:55.233" v="125" actId="20577"/>
          <ac:spMkLst>
            <pc:docMk/>
            <pc:sldMk cId="1078185030" sldId="271"/>
            <ac:spMk id="3" creationId="{09CD33A6-A468-1402-8855-D02CDCC5A8AD}"/>
          </ac:spMkLst>
        </pc:spChg>
        <pc:spChg chg="add mod">
          <ac:chgData name="Ayana Khan" userId="cd3c3ec398e65c73" providerId="LiveId" clId="{F5A9C14C-1783-4D12-B615-A0E69BD5B03A}" dt="2025-11-14T12:02:20.098" v="480" actId="1076"/>
          <ac:spMkLst>
            <pc:docMk/>
            <pc:sldMk cId="1078185030" sldId="271"/>
            <ac:spMk id="4" creationId="{C578149F-7FB9-E719-A40D-55348A482194}"/>
          </ac:spMkLst>
        </pc:spChg>
        <pc:spChg chg="add del mod">
          <ac:chgData name="Ayana Khan" userId="cd3c3ec398e65c73" providerId="LiveId" clId="{F5A9C14C-1783-4D12-B615-A0E69BD5B03A}" dt="2025-11-17T09:59:48.785" v="663" actId="931"/>
          <ac:spMkLst>
            <pc:docMk/>
            <pc:sldMk cId="1078185030" sldId="271"/>
            <ac:spMk id="5" creationId="{D82059FF-0832-B38A-18B8-7917A6BB2E04}"/>
          </ac:spMkLst>
        </pc:spChg>
        <pc:spChg chg="add del mod">
          <ac:chgData name="Ayana Khan" userId="cd3c3ec398e65c73" providerId="LiveId" clId="{F5A9C14C-1783-4D12-B615-A0E69BD5B03A}" dt="2025-11-17T10:00:06.666" v="669" actId="931"/>
          <ac:spMkLst>
            <pc:docMk/>
            <pc:sldMk cId="1078185030" sldId="271"/>
            <ac:spMk id="7" creationId="{14B825F5-F70E-70A4-8492-449807923166}"/>
          </ac:spMkLst>
        </pc:spChg>
        <pc:picChg chg="add del mod">
          <ac:chgData name="Ayana Khan" userId="cd3c3ec398e65c73" providerId="LiveId" clId="{F5A9C14C-1783-4D12-B615-A0E69BD5B03A}" dt="2025-11-17T09:58:23.247" v="661" actId="21"/>
          <ac:picMkLst>
            <pc:docMk/>
            <pc:sldMk cId="1078185030" sldId="271"/>
            <ac:picMk id="8" creationId="{45260564-A0E7-1C77-4F80-2BB4AE585EE7}"/>
          </ac:picMkLst>
        </pc:picChg>
        <pc:picChg chg="add del mod">
          <ac:chgData name="Ayana Khan" userId="cd3c3ec398e65c73" providerId="LiveId" clId="{F5A9C14C-1783-4D12-B615-A0E69BD5B03A}" dt="2025-11-17T09:58:26.352" v="662" actId="21"/>
          <ac:picMkLst>
            <pc:docMk/>
            <pc:sldMk cId="1078185030" sldId="271"/>
            <ac:picMk id="10" creationId="{6B5C89F1-5003-C165-74FB-9F8505652B37}"/>
          </ac:picMkLst>
        </pc:picChg>
        <pc:picChg chg="add mod">
          <ac:chgData name="Ayana Khan" userId="cd3c3ec398e65c73" providerId="LiveId" clId="{F5A9C14C-1783-4D12-B615-A0E69BD5B03A}" dt="2025-11-17T10:00:24.866" v="680" actId="962"/>
          <ac:picMkLst>
            <pc:docMk/>
            <pc:sldMk cId="1078185030" sldId="271"/>
            <ac:picMk id="11" creationId="{A4BB0D83-4F88-39B0-F5D1-5F359EF6559E}"/>
          </ac:picMkLst>
        </pc:picChg>
        <pc:picChg chg="add mod">
          <ac:chgData name="Ayana Khan" userId="cd3c3ec398e65c73" providerId="LiveId" clId="{F5A9C14C-1783-4D12-B615-A0E69BD5B03A}" dt="2025-11-17T10:00:20.417" v="677" actId="962"/>
          <ac:picMkLst>
            <pc:docMk/>
            <pc:sldMk cId="1078185030" sldId="271"/>
            <ac:picMk id="13" creationId="{5AD80DFA-0B60-6B0F-10BA-E0BBEE5C076F}"/>
          </ac:picMkLst>
        </pc:picChg>
      </pc:sldChg>
      <pc:sldChg chg="addSp delSp modSp add mod">
        <pc:chgData name="Ayana Khan" userId="cd3c3ec398e65c73" providerId="LiveId" clId="{F5A9C14C-1783-4D12-B615-A0E69BD5B03A}" dt="2025-11-14T11:29:10.925" v="391" actId="962"/>
        <pc:sldMkLst>
          <pc:docMk/>
          <pc:sldMk cId="756721475" sldId="272"/>
        </pc:sldMkLst>
        <pc:spChg chg="mod">
          <ac:chgData name="Ayana Khan" userId="cd3c3ec398e65c73" providerId="LiveId" clId="{F5A9C14C-1783-4D12-B615-A0E69BD5B03A}" dt="2025-11-13T11:19:01.843" v="140" actId="2711"/>
          <ac:spMkLst>
            <pc:docMk/>
            <pc:sldMk cId="756721475" sldId="272"/>
            <ac:spMk id="3" creationId="{CCD26589-A93F-2301-B1F3-9BF2541BC2E7}"/>
          </ac:spMkLst>
        </pc:spChg>
        <pc:picChg chg="add mod">
          <ac:chgData name="Ayana Khan" userId="cd3c3ec398e65c73" providerId="LiveId" clId="{F5A9C14C-1783-4D12-B615-A0E69BD5B03A}" dt="2025-11-14T11:29:06.706" v="388" actId="962"/>
          <ac:picMkLst>
            <pc:docMk/>
            <pc:sldMk cId="756721475" sldId="272"/>
            <ac:picMk id="4" creationId="{B5137CBD-9E21-7F13-1AFB-AB2AAFD1C2A0}"/>
          </ac:picMkLst>
        </pc:picChg>
        <pc:picChg chg="add mod">
          <ac:chgData name="Ayana Khan" userId="cd3c3ec398e65c73" providerId="LiveId" clId="{F5A9C14C-1783-4D12-B615-A0E69BD5B03A}" dt="2025-11-14T11:29:10.925" v="391" actId="962"/>
          <ac:picMkLst>
            <pc:docMk/>
            <pc:sldMk cId="756721475" sldId="272"/>
            <ac:picMk id="8" creationId="{679EC3B5-9760-1DF2-3E28-223BEA14F1A2}"/>
          </ac:picMkLst>
        </pc:picChg>
      </pc:sldChg>
      <pc:sldChg chg="addSp delSp modSp add mod">
        <pc:chgData name="Ayana Khan" userId="cd3c3ec398e65c73" providerId="LiveId" clId="{F5A9C14C-1783-4D12-B615-A0E69BD5B03A}" dt="2025-11-14T12:02:55.667" v="485" actId="1076"/>
        <pc:sldMkLst>
          <pc:docMk/>
          <pc:sldMk cId="2878500976" sldId="273"/>
        </pc:sldMkLst>
        <pc:spChg chg="mod">
          <ac:chgData name="Ayana Khan" userId="cd3c3ec398e65c73" providerId="LiveId" clId="{F5A9C14C-1783-4D12-B615-A0E69BD5B03A}" dt="2025-11-14T12:02:55.667" v="485" actId="1076"/>
          <ac:spMkLst>
            <pc:docMk/>
            <pc:sldMk cId="2878500976" sldId="273"/>
            <ac:spMk id="3" creationId="{A41E2C2B-8FE1-483A-1DC0-A87FCA028071}"/>
          </ac:spMkLst>
        </pc:spChg>
        <pc:picChg chg="add mod">
          <ac:chgData name="Ayana Khan" userId="cd3c3ec398e65c73" providerId="LiveId" clId="{F5A9C14C-1783-4D12-B615-A0E69BD5B03A}" dt="2025-11-14T12:02:46.363" v="483" actId="1076"/>
          <ac:picMkLst>
            <pc:docMk/>
            <pc:sldMk cId="2878500976" sldId="273"/>
            <ac:picMk id="14" creationId="{219B488D-C3B6-6E47-221A-D45399C93342}"/>
          </ac:picMkLst>
        </pc:picChg>
        <pc:picChg chg="add mod">
          <ac:chgData name="Ayana Khan" userId="cd3c3ec398e65c73" providerId="LiveId" clId="{F5A9C14C-1783-4D12-B615-A0E69BD5B03A}" dt="2025-11-14T12:02:50.132" v="484" actId="1076"/>
          <ac:picMkLst>
            <pc:docMk/>
            <pc:sldMk cId="2878500976" sldId="273"/>
            <ac:picMk id="16" creationId="{4BD3511B-C92F-8A72-25AC-49D2FB6DC759}"/>
          </ac:picMkLst>
        </pc:picChg>
      </pc:sldChg>
      <pc:sldChg chg="addSp delSp modSp new mod modClrScheme chgLayout">
        <pc:chgData name="Ayana Khan" userId="cd3c3ec398e65c73" providerId="LiveId" clId="{F5A9C14C-1783-4D12-B615-A0E69BD5B03A}" dt="2025-11-15T11:55:12.924" v="551" actId="962"/>
        <pc:sldMkLst>
          <pc:docMk/>
          <pc:sldMk cId="4213072723" sldId="274"/>
        </pc:sldMkLst>
        <pc:spChg chg="add mod ord">
          <ac:chgData name="Ayana Khan" userId="cd3c3ec398e65c73" providerId="LiveId" clId="{F5A9C14C-1783-4D12-B615-A0E69BD5B03A}" dt="2025-11-15T09:53:49.122" v="497" actId="1076"/>
          <ac:spMkLst>
            <pc:docMk/>
            <pc:sldMk cId="4213072723" sldId="274"/>
            <ac:spMk id="7" creationId="{E42F49EC-E2A9-B6C2-5A39-3F21BAEC210F}"/>
          </ac:spMkLst>
        </pc:spChg>
        <pc:picChg chg="add mod">
          <ac:chgData name="Ayana Khan" userId="cd3c3ec398e65c73" providerId="LiveId" clId="{F5A9C14C-1783-4D12-B615-A0E69BD5B03A}" dt="2025-11-15T11:55:12.924" v="551" actId="962"/>
          <ac:picMkLst>
            <pc:docMk/>
            <pc:sldMk cId="4213072723" sldId="274"/>
            <ac:picMk id="3" creationId="{611C0620-0D4B-5968-458C-324A5FDF1B43}"/>
          </ac:picMkLst>
        </pc:picChg>
        <pc:picChg chg="add mod">
          <ac:chgData name="Ayana Khan" userId="cd3c3ec398e65c73" providerId="LiveId" clId="{F5A9C14C-1783-4D12-B615-A0E69BD5B03A}" dt="2025-11-15T11:55:06.056" v="550" actId="962"/>
          <ac:picMkLst>
            <pc:docMk/>
            <pc:sldMk cId="4213072723" sldId="274"/>
            <ac:picMk id="5" creationId="{0E33ECA4-EB0C-1629-136E-AF7372A1207C}"/>
          </ac:picMkLst>
        </pc:picChg>
      </pc:sldChg>
      <pc:sldChg chg="addSp delSp modSp add mod">
        <pc:chgData name="Ayana Khan" userId="cd3c3ec398e65c73" providerId="LiveId" clId="{F5A9C14C-1783-4D12-B615-A0E69BD5B03A}" dt="2025-11-17T05:06:05.670" v="563" actId="14100"/>
        <pc:sldMkLst>
          <pc:docMk/>
          <pc:sldMk cId="3421472552" sldId="275"/>
        </pc:sldMkLst>
        <pc:spChg chg="mod">
          <ac:chgData name="Ayana Khan" userId="cd3c3ec398e65c73" providerId="LiveId" clId="{F5A9C14C-1783-4D12-B615-A0E69BD5B03A}" dt="2025-11-15T10:01:00.063" v="512" actId="1076"/>
          <ac:spMkLst>
            <pc:docMk/>
            <pc:sldMk cId="3421472552" sldId="275"/>
            <ac:spMk id="7" creationId="{46723BF7-A90E-73DE-BBE0-F4E7CCDAB94B}"/>
          </ac:spMkLst>
        </pc:spChg>
        <pc:spChg chg="del">
          <ac:chgData name="Ayana Khan" userId="cd3c3ec398e65c73" providerId="LiveId" clId="{F5A9C14C-1783-4D12-B615-A0E69BD5B03A}" dt="2025-11-17T05:05:29.879" v="552" actId="931"/>
          <ac:spMkLst>
            <pc:docMk/>
            <pc:sldMk cId="3421472552" sldId="275"/>
            <ac:spMk id="8" creationId="{C85C641A-0AA9-240A-7A05-1EF2C46B6662}"/>
          </ac:spMkLst>
        </pc:spChg>
        <pc:spChg chg="del">
          <ac:chgData name="Ayana Khan" userId="cd3c3ec398e65c73" providerId="LiveId" clId="{F5A9C14C-1783-4D12-B615-A0E69BD5B03A}" dt="2025-11-17T05:05:50.987" v="558" actId="931"/>
          <ac:spMkLst>
            <pc:docMk/>
            <pc:sldMk cId="3421472552" sldId="275"/>
            <ac:spMk id="9" creationId="{858F7B5E-D213-11E5-CAA5-A386A96D51A8}"/>
          </ac:spMkLst>
        </pc:spChg>
        <pc:picChg chg="add mod">
          <ac:chgData name="Ayana Khan" userId="cd3c3ec398e65c73" providerId="LiveId" clId="{F5A9C14C-1783-4D12-B615-A0E69BD5B03A}" dt="2025-11-17T05:05:40.439" v="557" actId="14100"/>
          <ac:picMkLst>
            <pc:docMk/>
            <pc:sldMk cId="3421472552" sldId="275"/>
            <ac:picMk id="3" creationId="{4C3A6B6B-9016-46B2-DD88-10704C8E63CE}"/>
          </ac:picMkLst>
        </pc:picChg>
        <pc:picChg chg="add mod">
          <ac:chgData name="Ayana Khan" userId="cd3c3ec398e65c73" providerId="LiveId" clId="{F5A9C14C-1783-4D12-B615-A0E69BD5B03A}" dt="2025-11-17T05:06:05.670" v="563" actId="14100"/>
          <ac:picMkLst>
            <pc:docMk/>
            <pc:sldMk cId="3421472552" sldId="275"/>
            <ac:picMk id="5" creationId="{3BB7CBAF-1C25-4BC2-4A15-A19DBDFA0004}"/>
          </ac:picMkLst>
        </pc:picChg>
      </pc:sldChg>
      <pc:sldChg chg="addSp delSp modSp add mod">
        <pc:chgData name="Ayana Khan" userId="cd3c3ec398e65c73" providerId="LiveId" clId="{F5A9C14C-1783-4D12-B615-A0E69BD5B03A}" dt="2025-11-17T05:11:22.267" v="594" actId="962"/>
        <pc:sldMkLst>
          <pc:docMk/>
          <pc:sldMk cId="3844530015" sldId="276"/>
        </pc:sldMkLst>
        <pc:spChg chg="mod">
          <ac:chgData name="Ayana Khan" userId="cd3c3ec398e65c73" providerId="LiveId" clId="{F5A9C14C-1783-4D12-B615-A0E69BD5B03A}" dt="2025-11-15T10:01:54.011" v="521" actId="1076"/>
          <ac:spMkLst>
            <pc:docMk/>
            <pc:sldMk cId="3844530015" sldId="276"/>
            <ac:spMk id="7" creationId="{3055DAAC-4ABE-B439-9B9D-247FACCD153C}"/>
          </ac:spMkLst>
        </pc:spChg>
        <pc:spChg chg="del">
          <ac:chgData name="Ayana Khan" userId="cd3c3ec398e65c73" providerId="LiveId" clId="{F5A9C14C-1783-4D12-B615-A0E69BD5B03A}" dt="2025-11-17T05:07:43.290" v="564" actId="931"/>
          <ac:spMkLst>
            <pc:docMk/>
            <pc:sldMk cId="3844530015" sldId="276"/>
            <ac:spMk id="8" creationId="{5E53B8BB-E5A9-A82C-0901-877E9E1C7911}"/>
          </ac:spMkLst>
        </pc:spChg>
        <pc:spChg chg="del">
          <ac:chgData name="Ayana Khan" userId="cd3c3ec398e65c73" providerId="LiveId" clId="{F5A9C14C-1783-4D12-B615-A0E69BD5B03A}" dt="2025-11-17T05:08:07.242" v="570" actId="931"/>
          <ac:spMkLst>
            <pc:docMk/>
            <pc:sldMk cId="3844530015" sldId="276"/>
            <ac:spMk id="9" creationId="{0982BCD4-0BD5-C201-FCD1-8168F31F02E8}"/>
          </ac:spMkLst>
        </pc:spChg>
        <pc:picChg chg="add mod">
          <ac:chgData name="Ayana Khan" userId="cd3c3ec398e65c73" providerId="LiveId" clId="{F5A9C14C-1783-4D12-B615-A0E69BD5B03A}" dt="2025-11-17T05:11:17.475" v="591" actId="962"/>
          <ac:picMkLst>
            <pc:docMk/>
            <pc:sldMk cId="3844530015" sldId="276"/>
            <ac:picMk id="3" creationId="{38A115A0-8BCE-9E77-A9AB-78464506FF24}"/>
          </ac:picMkLst>
        </pc:picChg>
        <pc:picChg chg="add mod">
          <ac:chgData name="Ayana Khan" userId="cd3c3ec398e65c73" providerId="LiveId" clId="{F5A9C14C-1783-4D12-B615-A0E69BD5B03A}" dt="2025-11-17T05:11:22.267" v="594" actId="962"/>
          <ac:picMkLst>
            <pc:docMk/>
            <pc:sldMk cId="3844530015" sldId="276"/>
            <ac:picMk id="5" creationId="{6CF33C23-ADAF-E9C2-3A4E-1E19D5548A3E}"/>
          </ac:picMkLst>
        </pc:picChg>
      </pc:sldChg>
      <pc:sldChg chg="addSp delSp modSp add mod">
        <pc:chgData name="Ayana Khan" userId="cd3c3ec398e65c73" providerId="LiveId" clId="{F5A9C14C-1783-4D12-B615-A0E69BD5B03A}" dt="2025-11-17T05:11:34.113" v="600" actId="962"/>
        <pc:sldMkLst>
          <pc:docMk/>
          <pc:sldMk cId="2057184022" sldId="277"/>
        </pc:sldMkLst>
        <pc:spChg chg="mod">
          <ac:chgData name="Ayana Khan" userId="cd3c3ec398e65c73" providerId="LiveId" clId="{F5A9C14C-1783-4D12-B615-A0E69BD5B03A}" dt="2025-11-15T10:02:44.438" v="532" actId="1076"/>
          <ac:spMkLst>
            <pc:docMk/>
            <pc:sldMk cId="2057184022" sldId="277"/>
            <ac:spMk id="7" creationId="{0EE786CF-D162-5C9C-D161-D8F66855A168}"/>
          </ac:spMkLst>
        </pc:spChg>
        <pc:spChg chg="del">
          <ac:chgData name="Ayana Khan" userId="cd3c3ec398e65c73" providerId="LiveId" clId="{F5A9C14C-1783-4D12-B615-A0E69BD5B03A}" dt="2025-11-17T05:09:53.709" v="577" actId="931"/>
          <ac:spMkLst>
            <pc:docMk/>
            <pc:sldMk cId="2057184022" sldId="277"/>
            <ac:spMk id="8" creationId="{BCAA7E0E-A35C-8DFD-5F6E-6012DD865DE5}"/>
          </ac:spMkLst>
        </pc:spChg>
        <pc:spChg chg="del">
          <ac:chgData name="Ayana Khan" userId="cd3c3ec398e65c73" providerId="LiveId" clId="{F5A9C14C-1783-4D12-B615-A0E69BD5B03A}" dt="2025-11-17T05:10:11.665" v="583" actId="931"/>
          <ac:spMkLst>
            <pc:docMk/>
            <pc:sldMk cId="2057184022" sldId="277"/>
            <ac:spMk id="9" creationId="{90B70C89-20F7-CDFB-39FD-4D6A69C9422F}"/>
          </ac:spMkLst>
        </pc:spChg>
        <pc:picChg chg="add mod">
          <ac:chgData name="Ayana Khan" userId="cd3c3ec398e65c73" providerId="LiveId" clId="{F5A9C14C-1783-4D12-B615-A0E69BD5B03A}" dt="2025-11-17T05:11:34.113" v="600" actId="962"/>
          <ac:picMkLst>
            <pc:docMk/>
            <pc:sldMk cId="2057184022" sldId="277"/>
            <ac:picMk id="3" creationId="{3967B576-A7FD-31FC-C97B-D85334FB37C4}"/>
          </ac:picMkLst>
        </pc:picChg>
        <pc:picChg chg="add mod">
          <ac:chgData name="Ayana Khan" userId="cd3c3ec398e65c73" providerId="LiveId" clId="{F5A9C14C-1783-4D12-B615-A0E69BD5B03A}" dt="2025-11-17T05:11:29.268" v="597" actId="962"/>
          <ac:picMkLst>
            <pc:docMk/>
            <pc:sldMk cId="2057184022" sldId="277"/>
            <ac:picMk id="5" creationId="{CB076CB0-BC78-6A52-B2BD-045D35466A7B}"/>
          </ac:picMkLst>
        </pc:picChg>
      </pc:sldChg>
      <pc:sldChg chg="addSp delSp modSp add mod">
        <pc:chgData name="Ayana Khan" userId="cd3c3ec398e65c73" providerId="LiveId" clId="{F5A9C14C-1783-4D12-B615-A0E69BD5B03A}" dt="2025-11-17T05:13:59.314" v="620" actId="962"/>
        <pc:sldMkLst>
          <pc:docMk/>
          <pc:sldMk cId="329008999" sldId="278"/>
        </pc:sldMkLst>
        <pc:spChg chg="mod">
          <ac:chgData name="Ayana Khan" userId="cd3c3ec398e65c73" providerId="LiveId" clId="{F5A9C14C-1783-4D12-B615-A0E69BD5B03A}" dt="2025-11-15T10:03:31.156" v="541" actId="1076"/>
          <ac:spMkLst>
            <pc:docMk/>
            <pc:sldMk cId="329008999" sldId="278"/>
            <ac:spMk id="7" creationId="{25E6CDB7-43CE-C157-DA8F-1FE2F26499A7}"/>
          </ac:spMkLst>
        </pc:spChg>
        <pc:spChg chg="del">
          <ac:chgData name="Ayana Khan" userId="cd3c3ec398e65c73" providerId="LiveId" clId="{F5A9C14C-1783-4D12-B615-A0E69BD5B03A}" dt="2025-11-17T05:13:09.558" v="601" actId="931"/>
          <ac:spMkLst>
            <pc:docMk/>
            <pc:sldMk cId="329008999" sldId="278"/>
            <ac:spMk id="8" creationId="{F4BAD619-C7D8-243B-4D88-9908531DC53F}"/>
          </ac:spMkLst>
        </pc:spChg>
        <pc:spChg chg="del">
          <ac:chgData name="Ayana Khan" userId="cd3c3ec398e65c73" providerId="LiveId" clId="{F5A9C14C-1783-4D12-B615-A0E69BD5B03A}" dt="2025-11-17T05:13:36.932" v="611" actId="931"/>
          <ac:spMkLst>
            <pc:docMk/>
            <pc:sldMk cId="329008999" sldId="278"/>
            <ac:spMk id="9" creationId="{E59E35E0-494D-50A3-EB80-F50AFEE9E945}"/>
          </ac:spMkLst>
        </pc:spChg>
        <pc:picChg chg="add mod">
          <ac:chgData name="Ayana Khan" userId="cd3c3ec398e65c73" providerId="LiveId" clId="{F5A9C14C-1783-4D12-B615-A0E69BD5B03A}" dt="2025-11-17T05:13:59.314" v="620" actId="962"/>
          <ac:picMkLst>
            <pc:docMk/>
            <pc:sldMk cId="329008999" sldId="278"/>
            <ac:picMk id="3" creationId="{ACD44FA0-3D31-A20B-2E09-CD70117A9F2C}"/>
          </ac:picMkLst>
        </pc:picChg>
        <pc:picChg chg="add mod">
          <ac:chgData name="Ayana Khan" userId="cd3c3ec398e65c73" providerId="LiveId" clId="{F5A9C14C-1783-4D12-B615-A0E69BD5B03A}" dt="2025-11-17T05:13:54.361" v="619" actId="962"/>
          <ac:picMkLst>
            <pc:docMk/>
            <pc:sldMk cId="329008999" sldId="278"/>
            <ac:picMk id="5" creationId="{334F2346-5854-479A-0D21-079C4900DF78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62" b="1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Customer Retention Rate – A 6-Month Snapshot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c:rich>
      </c:tx>
      <c:layout>
        <c:manualLayout>
          <c:xMode val="edge"/>
          <c:yMode val="edge"/>
          <c:x val="0.15869465273618424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4.1327909482115739E-2"/>
          <c:y val="0.35476994477385676"/>
          <c:w val="0.95867209051788427"/>
          <c:h val="0.64210951884430401"/>
        </c:manualLayout>
      </c:layout>
      <c:pie3D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bg2">
                <a:lumMod val="50000"/>
              </a:schemeClr>
            </a:solidFill>
            <a:ln w="25400">
              <a:solidFill>
                <a:schemeClr val="lt1"/>
              </a:solidFill>
            </a:ln>
            <a:effectLst/>
            <a:sp3d contourW="25400">
              <a:contourClr>
                <a:schemeClr val="lt1"/>
              </a:contourClr>
            </a:sp3d>
          </c:spPr>
          <c:dPt>
            <c:idx val="0"/>
            <c:bubble3D val="0"/>
            <c:spPr>
              <a:solidFill>
                <a:schemeClr val="tx1">
                  <a:lumMod val="85000"/>
                  <a:lumOff val="15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2-32DF-470D-8C24-789304FD6FD8}"/>
              </c:ext>
            </c:extLst>
          </c:dPt>
          <c:dPt>
            <c:idx val="1"/>
            <c:bubble3D val="0"/>
            <c:spPr>
              <a:solidFill>
                <a:schemeClr val="bg2">
                  <a:lumMod val="5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32DF-470D-8C24-789304FD6FD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2"/>
                <c:pt idx="0">
                  <c:v>Retained_Customers</c:v>
                </c:pt>
                <c:pt idx="1">
                  <c:v>New_Customers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99441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DF-470D-8C24-789304FD6F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>
      <a:glow rad="101600">
        <a:schemeClr val="accent3">
          <a:satMod val="175000"/>
          <a:alpha val="40000"/>
        </a:schemeClr>
      </a:glow>
      <a:outerShdw blurRad="50800" dist="38100" dir="5400000" algn="t" rotWithShape="0">
        <a:schemeClr val="bg1">
          <a:alpha val="40000"/>
        </a:scheme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7D01E0-2D86-4074-954A-5402EBE5E42F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8A5C5C-CC79-44FB-8B92-6255E381A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338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A5C5C-CC79-44FB-8B92-6255E381AD8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0681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A5C5C-CC79-44FB-8B92-6255E381AD8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457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91FE-B111-47AE-A266-D524C5CB74E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2336-15A7-4C3E-B06B-2D4E12FF3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723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91FE-B111-47AE-A266-D524C5CB74E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2336-15A7-4C3E-B06B-2D4E12FF3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353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91FE-B111-47AE-A266-D524C5CB74E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2336-15A7-4C3E-B06B-2D4E12FF3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207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91FE-B111-47AE-A266-D524C5CB74E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2336-15A7-4C3E-B06B-2D4E12FF3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20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91FE-B111-47AE-A266-D524C5CB74E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2336-15A7-4C3E-B06B-2D4E12FF3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504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91FE-B111-47AE-A266-D524C5CB74E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2336-15A7-4C3E-B06B-2D4E12FF3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115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91FE-B111-47AE-A266-D524C5CB74E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2336-15A7-4C3E-B06B-2D4E12FF3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51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91FE-B111-47AE-A266-D524C5CB74E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2336-15A7-4C3E-B06B-2D4E12FF3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004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91FE-B111-47AE-A266-D524C5CB74E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2336-15A7-4C3E-B06B-2D4E12FF3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34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91FE-B111-47AE-A266-D524C5CB74E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2336-15A7-4C3E-B06B-2D4E12FF3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923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91FE-B111-47AE-A266-D524C5CB74E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2336-15A7-4C3E-B06B-2D4E12FF3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027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91FE-B111-47AE-A266-D524C5CB74E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2336-15A7-4C3E-B06B-2D4E12FF3E52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3784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91FE-B111-47AE-A266-D524C5CB74E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2336-15A7-4C3E-B06B-2D4E12FF3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263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91FE-B111-47AE-A266-D524C5CB74E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2336-15A7-4C3E-B06B-2D4E12FF3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399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91FE-B111-47AE-A266-D524C5CB74E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2336-15A7-4C3E-B06B-2D4E12FF3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045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91FE-B111-47AE-A266-D524C5CB74E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2336-15A7-4C3E-B06B-2D4E12FF3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155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91FE-B111-47AE-A266-D524C5CB74E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2336-15A7-4C3E-B06B-2D4E12FF3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000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51191FE-B111-47AE-A266-D524C5CB74E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CD42336-15A7-4C3E-B06B-2D4E12FF3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991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edin.com/in/ayana-khan-7579b3a4" TargetMode="External"/><Relationship Id="rId2" Type="http://schemas.openxmlformats.org/officeDocument/2006/relationships/hyperlink" Target="mailto:ayanakhan23@gmail.com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jpeg"/><Relationship Id="rId4" Type="http://schemas.openxmlformats.org/officeDocument/2006/relationships/hyperlink" Target="https://github.com/ayanakhan2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5BC2E-2202-1AE9-0807-4AA7A17337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9069" y="118022"/>
            <a:ext cx="9144000" cy="1096181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Target Retail: Dataset Exploration Using SQL and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FEE06A-6D88-BE89-A7A2-5A05AD7F3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9187" y="1383492"/>
            <a:ext cx="9144000" cy="4792456"/>
          </a:xfrm>
        </p:spPr>
        <p:txBody>
          <a:bodyPr>
            <a:normAutofit fontScale="70000" lnSpcReduction="20000"/>
          </a:bodyPr>
          <a:lstStyle/>
          <a:p>
            <a:r>
              <a:rPr lang="en-US" sz="3400" b="1" i="1" dirty="0"/>
              <a:t>Navigating the Future of Online Shopping</a:t>
            </a:r>
          </a:p>
          <a:p>
            <a:endParaRPr lang="en-US" sz="2800" b="1" dirty="0"/>
          </a:p>
          <a:p>
            <a:endParaRPr lang="en-US" sz="2800" b="1" dirty="0"/>
          </a:p>
          <a:p>
            <a:endParaRPr lang="en-US" sz="2800" b="1" dirty="0"/>
          </a:p>
          <a:p>
            <a:endParaRPr lang="en-US" sz="2800" b="1" dirty="0"/>
          </a:p>
          <a:p>
            <a:r>
              <a:rPr lang="en-US" sz="2800" dirty="0"/>
              <a:t>    </a:t>
            </a:r>
          </a:p>
          <a:p>
            <a:endParaRPr lang="en-US" sz="2800" dirty="0"/>
          </a:p>
          <a:p>
            <a:r>
              <a:rPr lang="en-US" sz="2800" dirty="0"/>
              <a:t> </a:t>
            </a:r>
            <a:r>
              <a:rPr lang="en-US" sz="2800" b="1" dirty="0"/>
              <a:t>Presented By:</a:t>
            </a:r>
            <a:br>
              <a:rPr lang="en-US" sz="2800" b="1" dirty="0"/>
            </a:br>
            <a:r>
              <a:rPr lang="en-US" sz="2800" dirty="0"/>
              <a:t>                                                 </a:t>
            </a:r>
            <a:r>
              <a:rPr lang="en-US" sz="2800" b="1" dirty="0"/>
              <a:t>Ayana Khan – Data Analyst Intern</a:t>
            </a:r>
          </a:p>
          <a:p>
            <a:endParaRPr lang="en-US" sz="2800" b="1" dirty="0"/>
          </a:p>
          <a:p>
            <a:r>
              <a:rPr lang="en-US" sz="2800" b="1" dirty="0"/>
              <a:t>                                                          DATE : November 2025    </a:t>
            </a:r>
          </a:p>
        </p:txBody>
      </p:sp>
      <p:pic>
        <p:nvPicPr>
          <p:cNvPr id="5" name="Graphic 4" descr="Business Growth with solid fill">
            <a:extLst>
              <a:ext uri="{FF2B5EF4-FFF2-40B4-BE49-F238E27FC236}">
                <a16:creationId xmlns:a16="http://schemas.microsoft.com/office/drawing/2014/main" id="{74961F22-AE73-EE6A-1766-27E6CBAB75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42020" y="1813810"/>
            <a:ext cx="4047344" cy="2968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858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92D8B-1EC0-5438-9F10-0F25A78602B5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3502025" y="0"/>
            <a:ext cx="8689975" cy="722313"/>
          </a:xfrm>
        </p:spPr>
        <p:txBody>
          <a:bodyPr>
            <a:normAutofit/>
          </a:bodyPr>
          <a:lstStyle/>
          <a:p>
            <a:pPr algn="r"/>
            <a:r>
              <a:rPr lang="en-US" b="1" dirty="0">
                <a:latin typeface="Arial Black" panose="020B0A04020102020204" pitchFamily="34" charset="0"/>
              </a:rPr>
              <a:t>Project Objective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443A3D4-9167-F3DB-90D4-78C62ECB0660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964159" y="868475"/>
            <a:ext cx="10995318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customer, product, and order data using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 actionable business insights to support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strategic decision-making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Visualize trends and patterns to identify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growth opportunities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recommendations to improve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sales, customer retention, and operational efficiency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E34DAD-3DC7-9D20-8375-6E6E88900943}"/>
              </a:ext>
            </a:extLst>
          </p:cNvPr>
          <p:cNvSpPr/>
          <p:nvPr/>
        </p:nvSpPr>
        <p:spPr>
          <a:xfrm>
            <a:off x="124917" y="3108704"/>
            <a:ext cx="2228538" cy="1079292"/>
          </a:xfrm>
          <a:prstGeom prst="rect">
            <a:avLst/>
          </a:prstGeom>
          <a:solidFill>
            <a:srgbClr val="C2E5F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DATASET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417D3994-FA50-D57F-FBD8-F9BCB08997E5}"/>
              </a:ext>
            </a:extLst>
          </p:cNvPr>
          <p:cNvSpPr/>
          <p:nvPr/>
        </p:nvSpPr>
        <p:spPr>
          <a:xfrm>
            <a:off x="2353455" y="3322195"/>
            <a:ext cx="974361" cy="490928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281F77A-14D1-D121-7986-A7E4B2547DD2}"/>
              </a:ext>
            </a:extLst>
          </p:cNvPr>
          <p:cNvSpPr/>
          <p:nvPr/>
        </p:nvSpPr>
        <p:spPr>
          <a:xfrm>
            <a:off x="5576341" y="3322195"/>
            <a:ext cx="974361" cy="490928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AC7906-0242-1167-ACAE-A8927D8B2F0A}"/>
              </a:ext>
            </a:extLst>
          </p:cNvPr>
          <p:cNvSpPr/>
          <p:nvPr/>
        </p:nvSpPr>
        <p:spPr>
          <a:xfrm>
            <a:off x="9713628" y="3108704"/>
            <a:ext cx="2353455" cy="1079292"/>
          </a:xfrm>
          <a:prstGeom prst="rect">
            <a:avLst/>
          </a:prstGeom>
          <a:solidFill>
            <a:srgbClr val="CDA5E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INSIGHTS &amp; RECOMMENDATIONS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B6D79B03-85C4-8EB9-7D1D-F6493DCDE6A9}"/>
              </a:ext>
            </a:extLst>
          </p:cNvPr>
          <p:cNvSpPr/>
          <p:nvPr/>
        </p:nvSpPr>
        <p:spPr>
          <a:xfrm>
            <a:off x="8694297" y="3322195"/>
            <a:ext cx="1004341" cy="490928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285D9C-4A3F-7EA8-EC64-BA11CBD6664B}"/>
              </a:ext>
            </a:extLst>
          </p:cNvPr>
          <p:cNvSpPr/>
          <p:nvPr/>
        </p:nvSpPr>
        <p:spPr>
          <a:xfrm>
            <a:off x="6580682" y="3108704"/>
            <a:ext cx="2113615" cy="1079292"/>
          </a:xfrm>
          <a:prstGeom prst="rect">
            <a:avLst/>
          </a:prstGeom>
          <a:solidFill>
            <a:srgbClr val="FFE48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PYTHON VISUALIZATIONS</a:t>
            </a:r>
          </a:p>
        </p:txBody>
      </p:sp>
      <p:pic>
        <p:nvPicPr>
          <p:cNvPr id="14" name="Graphic 13" descr="Magnifying glass with solid fill">
            <a:extLst>
              <a:ext uri="{FF2B5EF4-FFF2-40B4-BE49-F238E27FC236}">
                <a16:creationId xmlns:a16="http://schemas.microsoft.com/office/drawing/2014/main" id="{C2BC9E58-B6A1-CDAF-DF91-2C15DA25FD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67941" y="3365292"/>
            <a:ext cx="678420" cy="67842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03489B9-DB51-037D-42DF-34DA6801993E}"/>
              </a:ext>
            </a:extLst>
          </p:cNvPr>
          <p:cNvSpPr/>
          <p:nvPr/>
        </p:nvSpPr>
        <p:spPr>
          <a:xfrm>
            <a:off x="3357796" y="3108704"/>
            <a:ext cx="2218545" cy="1079292"/>
          </a:xfrm>
          <a:prstGeom prst="rect">
            <a:avLst/>
          </a:prstGeom>
          <a:solidFill>
            <a:srgbClr val="C6E6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SQL ANALYSIS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CD84D7-101F-C18E-1909-473E571AE96F}"/>
              </a:ext>
            </a:extLst>
          </p:cNvPr>
          <p:cNvSpPr txBox="1"/>
          <p:nvPr/>
        </p:nvSpPr>
        <p:spPr>
          <a:xfrm>
            <a:off x="786982" y="5666359"/>
            <a:ext cx="792230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“From raw data to actionable insights — driving smarter decisions for Target Retail”</a:t>
            </a:r>
          </a:p>
        </p:txBody>
      </p:sp>
    </p:spTree>
    <p:extLst>
      <p:ext uri="{BB962C8B-B14F-4D97-AF65-F5344CB8AC3E}">
        <p14:creationId xmlns:p14="http://schemas.microsoft.com/office/powerpoint/2010/main" val="2876089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E57AC-D1C0-F98D-7D23-102EE32A0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35B03-8E9E-DEF7-23E0-BD52EA53BD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10800000" flipV="1">
            <a:off x="3384940" y="164890"/>
            <a:ext cx="8689976" cy="689549"/>
          </a:xfrm>
        </p:spPr>
        <p:txBody>
          <a:bodyPr>
            <a:normAutofit/>
          </a:bodyPr>
          <a:lstStyle/>
          <a:p>
            <a:pPr algn="r"/>
            <a:r>
              <a:rPr lang="en-US" sz="3600" dirty="0">
                <a:latin typeface="Arial Black" panose="020B0A04020102020204" pitchFamily="34" charset="0"/>
              </a:rPr>
              <a:t>Dataset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96FC940-15E9-01B9-B936-5D6548AC8FC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69449" y="1070045"/>
            <a:ext cx="9538701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Demographics of all customers (ID, location, ZIP, etc.) – 99,441 rows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Sellers: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Information on sellers (ID, city, state) – 3,095 rows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Product catalog details (category, weight, dimensions, photos) – 3,374 rows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Orders &amp; Order Items: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Order history, product details, and shipping info – 1,500,000+ rows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Payments: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Payment type, value, and installments – 6,569,000+ rows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cap="none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Geolocation: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Latitude, longitude, city, and state for ZIP codes – 1,000,163 rows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cap="none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cap="none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1740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97226-6A72-C7D5-42AC-00873E4A1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BE96B8E-1B38-0A58-DF41-82C4AE311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31" y="318715"/>
            <a:ext cx="11677338" cy="448284"/>
          </a:xfrm>
        </p:spPr>
        <p:txBody>
          <a:bodyPr>
            <a:normAutofit fontScale="90000"/>
          </a:bodyPr>
          <a:lstStyle/>
          <a:p>
            <a:r>
              <a:rPr lang="en-US" dirty="0"/>
              <a:t>Q1.List all unique cities where customers are located.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2CB9FB-03D8-1EA0-0B25-FBCC8794B1F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81131" y="767000"/>
            <a:ext cx="5838669" cy="6091000"/>
          </a:xfrm>
        </p:spPr>
        <p:txBody>
          <a:bodyPr/>
          <a:lstStyle/>
          <a:p>
            <a:r>
              <a:rPr lang="en-US" b="1" dirty="0"/>
              <a:t>SQL Analysis</a:t>
            </a:r>
          </a:p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4E9DDA7-28B9-2CDC-7C94-21CA7026F3E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72200" y="767000"/>
            <a:ext cx="5838668" cy="6091000"/>
          </a:xfrm>
        </p:spPr>
        <p:txBody>
          <a:bodyPr/>
          <a:lstStyle/>
          <a:p>
            <a:r>
              <a:rPr lang="en-US" b="1" dirty="0"/>
              <a:t>Python Analysis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3B8BEA-9219-FE9E-4C18-2327BE49B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799" y="1454046"/>
            <a:ext cx="5457670" cy="52765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84BDE80-B2D8-F14E-AE61-D18EA12AB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31" y="1454046"/>
            <a:ext cx="5665033" cy="5276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507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D9A7D-DCC0-9033-F587-C7A23F370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DBF24B-7741-590D-DEBB-CF96C620C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022" y="412941"/>
            <a:ext cx="10364451" cy="448283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Q2. Count the number of orders placed in 2017.</a:t>
            </a:r>
            <a:br>
              <a:rPr lang="en-US" dirty="0"/>
            </a:b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DFB5E9B-80ED-A8DA-5B3F-804F1496EE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022" y="1109272"/>
            <a:ext cx="5229955" cy="5111645"/>
          </a:xfr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8402E92A-C778-C575-7CBA-75948879FE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09272"/>
            <a:ext cx="5791200" cy="5111645"/>
          </a:xfrm>
        </p:spPr>
      </p:pic>
    </p:spTree>
    <p:extLst>
      <p:ext uri="{BB962C8B-B14F-4D97-AF65-F5344CB8AC3E}">
        <p14:creationId xmlns:p14="http://schemas.microsoft.com/office/powerpoint/2010/main" val="2363691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AAFAE-15B9-0E4F-21CD-8D4183A41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F654CF4-39DD-2D27-E2F4-51DACFD4C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129" y="404734"/>
            <a:ext cx="9519379" cy="269824"/>
          </a:xfrm>
        </p:spPr>
        <p:txBody>
          <a:bodyPr>
            <a:normAutofit fontScale="90000"/>
          </a:bodyPr>
          <a:lstStyle/>
          <a:p>
            <a:r>
              <a:rPr lang="en-US" dirty="0"/>
              <a:t>Q3. Find the total sales per category.</a:t>
            </a:r>
            <a:br>
              <a:rPr lang="en-US" dirty="0"/>
            </a:b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699CC9F-1BCA-CD05-62E1-817C6466F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551" y="1266668"/>
            <a:ext cx="5645671" cy="5059181"/>
          </a:xfr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3B5118E-9713-43BB-3232-D14956DB78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129" y="1266668"/>
            <a:ext cx="5645671" cy="5059181"/>
          </a:xfrm>
        </p:spPr>
      </p:pic>
    </p:spTree>
    <p:extLst>
      <p:ext uri="{BB962C8B-B14F-4D97-AF65-F5344CB8AC3E}">
        <p14:creationId xmlns:p14="http://schemas.microsoft.com/office/powerpoint/2010/main" val="183303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8FB10-1FCD-5023-40B7-75F0C5DC7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C5DE36-40C2-F817-FEB4-6D9653A5C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733" y="1"/>
            <a:ext cx="10808533" cy="869430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Q4.Calculate the percentage of orders that were paid in installments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CB3464D4-965E-A400-2B94-FB119B921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469037"/>
            <a:ext cx="5794947" cy="4826832"/>
          </a:xfrm>
        </p:spPr>
      </p:pic>
      <p:pic>
        <p:nvPicPr>
          <p:cNvPr id="28" name="Content Placeholder 27">
            <a:extLst>
              <a:ext uri="{FF2B5EF4-FFF2-40B4-BE49-F238E27FC236}">
                <a16:creationId xmlns:a16="http://schemas.microsoft.com/office/drawing/2014/main" id="{EAD860F3-F2D5-7E28-612B-D324C34D4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853" y="1469037"/>
            <a:ext cx="5749974" cy="4961743"/>
          </a:xfrm>
        </p:spPr>
      </p:pic>
    </p:spTree>
    <p:extLst>
      <p:ext uri="{BB962C8B-B14F-4D97-AF65-F5344CB8AC3E}">
        <p14:creationId xmlns:p14="http://schemas.microsoft.com/office/powerpoint/2010/main" val="4222127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914FA-D8A5-0706-E85A-56C347EB4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504B8C1-6031-452C-88A1-A02249F10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863" y="0"/>
            <a:ext cx="11302584" cy="880499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Q5.Count the number of customers from each state.</a:t>
            </a:r>
            <a:br>
              <a:rPr lang="en-US" sz="3200" dirty="0"/>
            </a:br>
            <a:endParaRPr lang="en-US" sz="32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940851A-67F9-5BE6-A9B5-58481DD38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725" y="1274165"/>
            <a:ext cx="5321508" cy="5381468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AC596AB-9615-671C-0B5A-81741E1C57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104" y="1484027"/>
            <a:ext cx="5533171" cy="5171606"/>
          </a:xfrm>
        </p:spPr>
      </p:pic>
    </p:spTree>
    <p:extLst>
      <p:ext uri="{BB962C8B-B14F-4D97-AF65-F5344CB8AC3E}">
        <p14:creationId xmlns:p14="http://schemas.microsoft.com/office/powerpoint/2010/main" val="3743584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823E3-5CBF-1ABE-28A1-1CBB5FB53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B5C787-05CD-8FAD-0D1A-ADF711A7B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109" y="141331"/>
            <a:ext cx="10364451" cy="758079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Q6.Calculate the number of orders per month in 2018.</a:t>
            </a:r>
            <a:br>
              <a:rPr lang="en-US" sz="2800" dirty="0"/>
            </a:br>
            <a:endParaRPr lang="en-US" sz="2800" dirty="0"/>
          </a:p>
        </p:txBody>
      </p:sp>
      <p:pic>
        <p:nvPicPr>
          <p:cNvPr id="16" name="Content Placeholder 1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62A0AAE-CC7E-4976-8241-98B2393518EC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6004" y="1304144"/>
            <a:ext cx="5945995" cy="5186597"/>
          </a:xfr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DAA7D2C2-54A5-2BAF-FEDD-03BC7AF836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62" y="1304144"/>
            <a:ext cx="5647666" cy="5186597"/>
          </a:xfrm>
        </p:spPr>
      </p:pic>
    </p:spTree>
    <p:extLst>
      <p:ext uri="{BB962C8B-B14F-4D97-AF65-F5344CB8AC3E}">
        <p14:creationId xmlns:p14="http://schemas.microsoft.com/office/powerpoint/2010/main" val="344285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4661D-D1BB-F187-3E9F-BD20393EB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7AD1119-94A0-B849-6C49-E3B92F8AB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109" y="141331"/>
            <a:ext cx="10364451" cy="758079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ptos Display" panose="020B0004020202020204" pitchFamily="34" charset="0"/>
              </a:rPr>
              <a:t>Q7.Find the average number of products per order, grouped by customer city.</a:t>
            </a:r>
            <a:br>
              <a:rPr lang="en-US" sz="2000" dirty="0"/>
            </a:br>
            <a:endParaRPr lang="en-US" sz="20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28D5C5A-C3F1-9758-387F-79A42BE70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92" y="899410"/>
            <a:ext cx="5606321" cy="5817257"/>
          </a:xfrm>
        </p:spPr>
      </p:pic>
      <p:pic>
        <p:nvPicPr>
          <p:cNvPr id="16" name="Content Placeholder 1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4CBCA5C-C198-327F-12FA-8987F46E0BD4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430" y="899409"/>
            <a:ext cx="6016678" cy="5817259"/>
          </a:xfrm>
        </p:spPr>
      </p:pic>
    </p:spTree>
    <p:extLst>
      <p:ext uri="{BB962C8B-B14F-4D97-AF65-F5344CB8AC3E}">
        <p14:creationId xmlns:p14="http://schemas.microsoft.com/office/powerpoint/2010/main" val="692929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2860E-2117-9D22-F147-E87F15D30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D26589-A93F-2301-B1F3-9BF2541BC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109" y="141331"/>
            <a:ext cx="10364451" cy="758079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Q8.Calculate the percentage of total revenue contributed by each product category.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5137CBD-9E21-7F13-1AFB-AB2AAFD1C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62" y="1019332"/>
            <a:ext cx="5809938" cy="5531370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79EC3B5-9760-1DF2-3E28-223BEA14F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899410"/>
            <a:ext cx="5809938" cy="5651291"/>
          </a:xfrm>
        </p:spPr>
      </p:pic>
    </p:spTree>
    <p:extLst>
      <p:ext uri="{BB962C8B-B14F-4D97-AF65-F5344CB8AC3E}">
        <p14:creationId xmlns:p14="http://schemas.microsoft.com/office/powerpoint/2010/main" val="756721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6F73A-4E3F-3E03-6F5B-13C3F9F44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1E2C2B-8FE1-483A-1DC0-A87FCA028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894" y="438854"/>
            <a:ext cx="11277600" cy="758079"/>
          </a:xfrm>
        </p:spPr>
        <p:txBody>
          <a:bodyPr>
            <a:noAutofit/>
          </a:bodyPr>
          <a:lstStyle/>
          <a:p>
            <a:r>
              <a:rPr lang="en-US" sz="1400" dirty="0"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Q9.Identify the correlation between product price and the number of times a product has been purchased.</a:t>
            </a:r>
            <a:br>
              <a:rPr lang="en-US" sz="1400" dirty="0"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</a:br>
            <a:endParaRPr lang="en-US" sz="1400" dirty="0">
              <a:latin typeface="Segoe UI Semibold" panose="020B0702040204020203" pitchFamily="34" charset="0"/>
              <a:ea typeface="Cambria Math" panose="02040503050406030204" pitchFamily="18" charset="0"/>
              <a:cs typeface="Segoe UI Semibold" panose="020B0702040204020203" pitchFamily="34" charset="0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219B488D-C3B6-6E47-221A-D45399C93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94" y="1802175"/>
            <a:ext cx="5854908" cy="4616971"/>
          </a:xfrm>
        </p:spPr>
      </p:pic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4BD3511B-C92F-8A72-25AC-49D2FB6DC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02175"/>
            <a:ext cx="5854907" cy="4616970"/>
          </a:xfrm>
        </p:spPr>
      </p:pic>
    </p:spTree>
    <p:extLst>
      <p:ext uri="{BB962C8B-B14F-4D97-AF65-F5344CB8AC3E}">
        <p14:creationId xmlns:p14="http://schemas.microsoft.com/office/powerpoint/2010/main" val="2878500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4B3CF-52E4-C33A-441A-FC981444A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CD33A6-A468-1402-8855-D02CDCC5A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109" y="141331"/>
            <a:ext cx="10364451" cy="758079"/>
          </a:xfrm>
        </p:spPr>
        <p:txBody>
          <a:bodyPr>
            <a:normAutofit fontScale="90000"/>
          </a:bodyPr>
          <a:lstStyle/>
          <a:p>
            <a:br>
              <a:rPr lang="en-US" sz="2800" dirty="0"/>
            </a:b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78149F-7FB9-E719-A40D-55348A482194}"/>
              </a:ext>
            </a:extLst>
          </p:cNvPr>
          <p:cNvSpPr txBox="1"/>
          <p:nvPr/>
        </p:nvSpPr>
        <p:spPr>
          <a:xfrm>
            <a:off x="1391595" y="528346"/>
            <a:ext cx="10990997" cy="308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Q10.Calculate the total revenue generated by each seller, and rank them by revenue</a:t>
            </a:r>
            <a:r>
              <a:rPr lang="en-US" b="0" dirty="0">
                <a:solidFill>
                  <a:srgbClr val="82B76C"/>
                </a:solidFill>
                <a:effectLst/>
                <a:latin typeface="Courier New" panose="02070309020205020404" pitchFamily="49" charset="0"/>
              </a:rPr>
              <a:t>.</a:t>
            </a:r>
            <a:endParaRPr lang="en-U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4BB0D83-4F88-39B0-F5D1-5F359EF65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72" y="1798820"/>
            <a:ext cx="5824928" cy="4530834"/>
          </a:xfr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5AD80DFA-0B60-6B0F-10BA-E0BBEE5C0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798820"/>
            <a:ext cx="5824928" cy="4530834"/>
          </a:xfrm>
        </p:spPr>
      </p:pic>
    </p:spTree>
    <p:extLst>
      <p:ext uri="{BB962C8B-B14F-4D97-AF65-F5344CB8AC3E}">
        <p14:creationId xmlns:p14="http://schemas.microsoft.com/office/powerpoint/2010/main" val="1078185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42F49EC-E2A9-B6C2-5A39-3F21BAEC2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134911"/>
            <a:ext cx="10364451" cy="760578"/>
          </a:xfrm>
        </p:spPr>
        <p:txBody>
          <a:bodyPr>
            <a:normAutofit fontScale="90000"/>
          </a:bodyPr>
          <a:lstStyle/>
          <a:p>
            <a:r>
              <a:rPr lang="en-US" sz="2000" dirty="0"/>
              <a:t>Q11.Calculate the moving average of order values for each customer over their order history.</a:t>
            </a:r>
            <a:br>
              <a:rPr lang="en-US" sz="2000" dirty="0"/>
            </a:br>
            <a:endParaRPr lang="en-US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33ECA4-EB0C-1629-136E-AF7372A120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09" y="1034321"/>
            <a:ext cx="6125980" cy="5546359"/>
          </a:xfrm>
        </p:spPr>
      </p:pic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611C0620-0D4B-5968-458C-324A5FDF1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820" y="1034322"/>
            <a:ext cx="5681271" cy="5546360"/>
          </a:xfrm>
        </p:spPr>
      </p:pic>
    </p:spTree>
    <p:extLst>
      <p:ext uri="{BB962C8B-B14F-4D97-AF65-F5344CB8AC3E}">
        <p14:creationId xmlns:p14="http://schemas.microsoft.com/office/powerpoint/2010/main" val="4213072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EFB88-AAB3-F684-D1AF-17FF1F440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6723BF7-A90E-73DE-BBE0-F4E7CCDAB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949" y="108852"/>
            <a:ext cx="10364451" cy="820539"/>
          </a:xfrm>
        </p:spPr>
        <p:txBody>
          <a:bodyPr>
            <a:normAutofit/>
          </a:bodyPr>
          <a:lstStyle/>
          <a:p>
            <a:r>
              <a:rPr lang="en-US" sz="2400" dirty="0"/>
              <a:t>Q12.Calculate the cumulative sales per month for each year.</a:t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3" name="Content Placeholder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C3A6B6B-9016-46B2-DD88-10704C8E63C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82" y="1304144"/>
            <a:ext cx="5834850" cy="5291527"/>
          </a:xfrm>
        </p:spPr>
      </p:pic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BB7CBAF-1C25-4BC2-4A15-A19DBDFA0004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632" y="1304145"/>
            <a:ext cx="5593557" cy="5291526"/>
          </a:xfrm>
        </p:spPr>
      </p:pic>
    </p:spTree>
    <p:extLst>
      <p:ext uri="{BB962C8B-B14F-4D97-AF65-F5344CB8AC3E}">
        <p14:creationId xmlns:p14="http://schemas.microsoft.com/office/powerpoint/2010/main" val="3421472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B4B20-233C-221A-A1C8-CA3236214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055DAAC-4ABE-B439-9B9D-247FACCD1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949" y="201292"/>
            <a:ext cx="10364451" cy="865509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Q13.Calculate the year-over-year growth rate of total sales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38A115A0-8BCE-9E77-A9AB-78464506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92" y="1484026"/>
            <a:ext cx="5854908" cy="5066676"/>
          </a:xfr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F33C23-ADAF-E9C2-3A4E-1E19D5548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484026"/>
            <a:ext cx="5854908" cy="5066676"/>
          </a:xfrm>
        </p:spPr>
      </p:pic>
    </p:spTree>
    <p:extLst>
      <p:ext uri="{BB962C8B-B14F-4D97-AF65-F5344CB8AC3E}">
        <p14:creationId xmlns:p14="http://schemas.microsoft.com/office/powerpoint/2010/main" val="3844530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47B5B-3D7B-4D5A-761B-14FBA5DFA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EE786CF-D162-5C9C-D161-D8F66855A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949" y="213782"/>
            <a:ext cx="10364451" cy="685627"/>
          </a:xfrm>
        </p:spPr>
        <p:txBody>
          <a:bodyPr>
            <a:normAutofit fontScale="90000"/>
          </a:bodyPr>
          <a:lstStyle/>
          <a:p>
            <a:r>
              <a:rPr lang="en-US" sz="2000" dirty="0"/>
              <a:t>Q14.Calculate the retention rate of customers, defined as the percentage of customers who make another purchase within 6 months of their first purchase.</a:t>
            </a:r>
            <a:br>
              <a:rPr lang="en-US" sz="2000" dirty="0"/>
            </a:br>
            <a:endParaRPr lang="en-US" sz="2000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3967B576-A7FD-31FC-C97B-D85334FB3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84" y="1484027"/>
            <a:ext cx="5690016" cy="4781862"/>
          </a:xfr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076CB0-BC78-6A52-B2BD-045D35466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9" y="1484027"/>
            <a:ext cx="5690015" cy="4781861"/>
          </a:xfrm>
        </p:spPr>
      </p:pic>
    </p:spTree>
    <p:extLst>
      <p:ext uri="{BB962C8B-B14F-4D97-AF65-F5344CB8AC3E}">
        <p14:creationId xmlns:p14="http://schemas.microsoft.com/office/powerpoint/2010/main" val="2057184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5EFC7-A2D3-2CAB-D0BE-D90EFE0A9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5E6CDB7-43CE-C157-DA8F-1FE2F2649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949" y="228774"/>
            <a:ext cx="10364451" cy="580696"/>
          </a:xfrm>
        </p:spPr>
        <p:txBody>
          <a:bodyPr>
            <a:normAutofit fontScale="90000"/>
          </a:bodyPr>
          <a:lstStyle/>
          <a:p>
            <a:r>
              <a:rPr lang="en-US" sz="2000" dirty="0"/>
              <a:t>Q15.Identify the top 3 customers who spent the most money in each year.</a:t>
            </a:r>
            <a:br>
              <a:rPr lang="en-US" sz="2000" dirty="0"/>
            </a:br>
            <a:endParaRPr lang="en-US" sz="2000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ACD44FA0-3D31-A20B-2E09-CD70117A9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814" y="1349116"/>
            <a:ext cx="5700542" cy="5280110"/>
          </a:xfr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4F2346-5854-479A-0D21-079C4900D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349116"/>
            <a:ext cx="5734986" cy="5280110"/>
          </a:xfrm>
        </p:spPr>
      </p:pic>
    </p:spTree>
    <p:extLst>
      <p:ext uri="{BB962C8B-B14F-4D97-AF65-F5344CB8AC3E}">
        <p14:creationId xmlns:p14="http://schemas.microsoft.com/office/powerpoint/2010/main" val="329008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C5F73-17D0-2EC2-A100-79BD4C5A9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682ED-5205-3ECE-987C-4F6B67535F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74291" y="185698"/>
            <a:ext cx="7677801" cy="513025"/>
          </a:xfrm>
        </p:spPr>
        <p:txBody>
          <a:bodyPr>
            <a:noAutofit/>
          </a:bodyPr>
          <a:lstStyle/>
          <a:p>
            <a:pPr algn="r"/>
            <a:r>
              <a:rPr lang="en-US" sz="3600" dirty="0">
                <a:latin typeface="Arial Black" panose="020B0A04020102020204" pitchFamily="34" charset="0"/>
              </a:rPr>
              <a:t>Insights &amp; Key Findings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859AAD-6652-3868-F72E-C5B1DF8213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784" y="1079292"/>
            <a:ext cx="11572406" cy="5321508"/>
          </a:xfrm>
          <a:noFill/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     Orders and revenue saw a sharp rise from 2017 to 2018, signaling platform growth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 Electronics and home-related categories dominated total revenue share.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A few top-performing sellers drove most of the marketplace revenue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Average order value increased steadily, showing improved customer confidence.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High-value customers showed repeat purchase behavior, boosting long-term retention.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Seasonal trends revealed sales peaks during festive months and holidays.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Year-over-year growth reached nearly </a:t>
            </a:r>
            <a:r>
              <a:rPr lang="en-US" b="1" dirty="0">
                <a:solidFill>
                  <a:schemeClr val="tx1"/>
                </a:solidFill>
              </a:rPr>
              <a:t>20% in 2018</a:t>
            </a:r>
            <a:r>
              <a:rPr lang="en-US" dirty="0">
                <a:solidFill>
                  <a:schemeClr val="tx1"/>
                </a:solidFill>
              </a:rPr>
              <a:t>, confirming strong market momentum.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291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4368E-5A65-822B-5684-C61D8BD2E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5DECE-59FD-74AF-D874-F951A966A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1779" y="0"/>
            <a:ext cx="3990221" cy="752867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149C054-087B-E968-7998-11B03160992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61663" y="1190364"/>
            <a:ext cx="10440988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customers analyzed: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99,441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 no repeat purchases recorded within dataset timeframe.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Platform experienced strong expansion: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2017 → 2018 ≈ 20% YoY growth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Revenue concentrated in a few categories: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electronics, home-related, and perfumery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small set of top sellers drives a large portion of marketplace revenue.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order value increased, indicating growing buyer confidence.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seasonal peaks observed (mid-year and festive periods) — useful for campaign timing.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gaps (no repeat orders) indicate need for improved tracking to measure true retention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35601C6-A31A-F661-84F8-2504488134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345515"/>
              </p:ext>
            </p:extLst>
          </p:nvPr>
        </p:nvGraphicFramePr>
        <p:xfrm>
          <a:off x="6660629" y="4871803"/>
          <a:ext cx="5531371" cy="19861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36400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5270B-53D1-A157-0F33-CDB693CF9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66648-E6DE-76F0-FE8D-4F3BF97515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8316" y="221493"/>
            <a:ext cx="6178785" cy="572985"/>
          </a:xfrm>
        </p:spPr>
        <p:txBody>
          <a:bodyPr>
            <a:noAutofit/>
          </a:bodyPr>
          <a:lstStyle/>
          <a:p>
            <a:pPr algn="r"/>
            <a:r>
              <a:rPr lang="en-US" sz="3600" dirty="0">
                <a:latin typeface="Arial Black" panose="020B0A04020102020204" pitchFamily="34" charset="0"/>
              </a:rPr>
              <a:t>Recommendations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D7C351-ABF7-6469-0B07-A3AE6AAE7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695" y="1094281"/>
            <a:ext cx="10897849" cy="554222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1. Boost Customer Retention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→ Introduce loyalty programs, rewards, and personalized offers.</a:t>
            </a:r>
          </a:p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2. Strengthen Seller Network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→ Onboard more sellers with training, incentives, and visibility boosts.</a:t>
            </a:r>
          </a:p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3. Expand Winning Categories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→ Focus on electronics and home goods — highest revenue drivers.</a:t>
            </a:r>
          </a:p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4. Leverage Festive Seasons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→ Plan flash sales and discount campaigns around key holidays.</a:t>
            </a:r>
          </a:p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5. Predict Future Trends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→Use analytics to forecast demand and personalize shopping experiences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009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6B902-1F85-0489-DB81-734683DA5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AE6E0-90D2-2902-7C9C-09B51B5268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6839" y="46239"/>
            <a:ext cx="8689976" cy="842808"/>
          </a:xfrm>
        </p:spPr>
        <p:txBody>
          <a:bodyPr/>
          <a:lstStyle/>
          <a:p>
            <a:r>
              <a:rPr lang="en-US" b="1" dirty="0"/>
              <a:t>Thank You!</a:t>
            </a:r>
            <a:r>
              <a:rPr lang="en-US" dirty="0"/>
              <a:t> 🙏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D02FDE-9499-FA6B-2500-5FC56677E2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5185" y="1098028"/>
            <a:ext cx="9461630" cy="1371599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Your time and attention mean data well spent.</a:t>
            </a:r>
            <a:r>
              <a:rPr lang="en-US" dirty="0"/>
              <a:t> 📊💡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Let’s keep turning data into decisions and insights into impact</a:t>
            </a:r>
            <a:r>
              <a:rPr lang="en-US" dirty="0"/>
              <a:t>. 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1C784C-77E1-7DF9-8F9A-C91EDBC38770}"/>
              </a:ext>
            </a:extLst>
          </p:cNvPr>
          <p:cNvSpPr txBox="1"/>
          <p:nvPr/>
        </p:nvSpPr>
        <p:spPr>
          <a:xfrm>
            <a:off x="704539" y="2678608"/>
            <a:ext cx="887042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📧 </a:t>
            </a:r>
            <a:r>
              <a:rPr lang="en-US" sz="2800" b="1" dirty="0"/>
              <a:t>Email:</a:t>
            </a:r>
            <a:r>
              <a:rPr lang="en-US" sz="2800" dirty="0"/>
              <a:t> </a:t>
            </a:r>
            <a:r>
              <a:rPr lang="en-US" sz="2800" dirty="0">
                <a:hlinkClick r:id="rId2"/>
              </a:rPr>
              <a:t>ayanakhan23</a:t>
            </a: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@gmail.com</a:t>
            </a:r>
            <a:br>
              <a:rPr lang="en-US" sz="2800" dirty="0"/>
            </a:br>
            <a:r>
              <a:rPr lang="en-US" sz="2800" dirty="0"/>
              <a:t>💼 </a:t>
            </a:r>
            <a:r>
              <a:rPr lang="en-US" sz="2800" b="1" dirty="0"/>
              <a:t>LinkedIn:</a:t>
            </a:r>
            <a:r>
              <a:rPr lang="en-US" sz="2800" dirty="0"/>
              <a:t> </a:t>
            </a:r>
            <a:r>
              <a:rPr lang="en-US" sz="2800" dirty="0">
                <a:hlinkClick r:id="rId3"/>
              </a:rPr>
              <a:t>linkedin.com/in/ayana-khan-7579b3a4</a:t>
            </a:r>
            <a:br>
              <a:rPr lang="en-US" sz="2800" dirty="0"/>
            </a:br>
            <a:r>
              <a:rPr lang="en-US" sz="2800" dirty="0"/>
              <a:t>🐙 </a:t>
            </a:r>
            <a:r>
              <a:rPr lang="en-US" sz="2800" b="1" dirty="0"/>
              <a:t>GitHub:</a:t>
            </a:r>
            <a:r>
              <a:rPr lang="en-US" sz="2800" dirty="0"/>
              <a:t> </a:t>
            </a:r>
            <a:r>
              <a:rPr lang="en-US" sz="2800" dirty="0">
                <a:hlinkClick r:id="rId4"/>
              </a:rPr>
              <a:t>github.com/ayanakhan23</a:t>
            </a:r>
            <a:endParaRPr lang="en-US" sz="2800" dirty="0"/>
          </a:p>
        </p:txBody>
      </p:sp>
      <p:pic>
        <p:nvPicPr>
          <p:cNvPr id="11" name="Picture 10" descr="A computer on a table">
            <a:extLst>
              <a:ext uri="{FF2B5EF4-FFF2-40B4-BE49-F238E27FC236}">
                <a16:creationId xmlns:a16="http://schemas.microsoft.com/office/drawing/2014/main" id="{05543C44-CEAA-78B0-E40D-AF344879B7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5751" y="3922792"/>
            <a:ext cx="5716249" cy="292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073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Target Retail</Template>
  <TotalTime>612</TotalTime>
  <Words>770</Words>
  <Application>Microsoft Office PowerPoint</Application>
  <PresentationFormat>Widescreen</PresentationFormat>
  <Paragraphs>87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Aptos</vt:lpstr>
      <vt:lpstr>Aptos Display</vt:lpstr>
      <vt:lpstr>Arial</vt:lpstr>
      <vt:lpstr>Arial Black</vt:lpstr>
      <vt:lpstr>Calibri</vt:lpstr>
      <vt:lpstr>Calibri Light</vt:lpstr>
      <vt:lpstr>Courier New</vt:lpstr>
      <vt:lpstr>Segoe UI Semibold</vt:lpstr>
      <vt:lpstr>Tw Cen MT</vt:lpstr>
      <vt:lpstr>Droplet</vt:lpstr>
      <vt:lpstr>Target Retail: Dataset Exploration Using SQL and Python</vt:lpstr>
      <vt:lpstr>Project Objective</vt:lpstr>
      <vt:lpstr>Dataset Overview</vt:lpstr>
      <vt:lpstr>Q1.List all unique cities where customers are located. </vt:lpstr>
      <vt:lpstr>Q2. Count the number of orders placed in 2017. </vt:lpstr>
      <vt:lpstr>Q3. Find the total sales per category. </vt:lpstr>
      <vt:lpstr>Q4.Calculate the percentage of orders that were paid in installments. </vt:lpstr>
      <vt:lpstr>Q5.Count the number of customers from each state. </vt:lpstr>
      <vt:lpstr>Q6.Calculate the number of orders per month in 2018. </vt:lpstr>
      <vt:lpstr>Q7.Find the average number of products per order, grouped by customer city. </vt:lpstr>
      <vt:lpstr>Q8.Calculate the percentage of total revenue contributed by each product category.</vt:lpstr>
      <vt:lpstr>Q9.Identify the correlation between product price and the number of times a product has been purchased. </vt:lpstr>
      <vt:lpstr> </vt:lpstr>
      <vt:lpstr>Q11.Calculate the moving average of order values for each customer over their order history. </vt:lpstr>
      <vt:lpstr>Q12.Calculate the cumulative sales per month for each year. </vt:lpstr>
      <vt:lpstr>Q13.Calculate the year-over-year growth rate of total sales. </vt:lpstr>
      <vt:lpstr>Q14.Calculate the retention rate of customers, defined as the percentage of customers who make another purchase within 6 months of their first purchase. </vt:lpstr>
      <vt:lpstr>Q15.Identify the top 3 customers who spent the most money in each year. </vt:lpstr>
      <vt:lpstr>Insights &amp; Key Findings</vt:lpstr>
      <vt:lpstr>CONCLUSION</vt:lpstr>
      <vt:lpstr>Recommendations</vt:lpstr>
      <vt:lpstr>Thank You! 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Ayana Khan</dc:creator>
  <cp:lastModifiedBy>Ayana Khan</cp:lastModifiedBy>
  <cp:revision>1</cp:revision>
  <dcterms:created xsi:type="dcterms:W3CDTF">2025-11-13T07:47:43Z</dcterms:created>
  <dcterms:modified xsi:type="dcterms:W3CDTF">2025-11-17T10:05:21Z</dcterms:modified>
</cp:coreProperties>
</file>